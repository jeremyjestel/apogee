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0"/>
  </p:notesMasterIdLst>
  <p:sldIdLst>
    <p:sldId id="256" r:id="rId2"/>
    <p:sldId id="261" r:id="rId3"/>
    <p:sldId id="260" r:id="rId4"/>
    <p:sldId id="258" r:id="rId5"/>
    <p:sldId id="263" r:id="rId6"/>
    <p:sldId id="264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EB7B1-232C-4D1E-AF56-B3BEB9BE9683}" v="28" dt="2026-09-29T04:03:00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Jestel" userId="f12305450eb37733" providerId="LiveId" clId="{5A341855-0C93-42C0-8589-13149EEF218B}"/>
    <pc:docChg chg="undo redo custSel addSld delSld modSld sldOrd addMainMaster delMainMaster modMainMaster">
      <pc:chgData name="Jeremy Jestel" userId="f12305450eb37733" providerId="LiveId" clId="{5A341855-0C93-42C0-8589-13149EEF218B}" dt="2026-09-29T04:03:34.136" v="1609" actId="47"/>
      <pc:docMkLst>
        <pc:docMk/>
      </pc:docMkLst>
      <pc:sldChg chg="addSp delSp modSp mod modMedia setBg modClrScheme addAnim delAnim setClrOvrMap delDesignElem chgLayout">
        <pc:chgData name="Jeremy Jestel" userId="f12305450eb37733" providerId="LiveId" clId="{5A341855-0C93-42C0-8589-13149EEF218B}" dt="2026-09-29T03:33:47.215" v="928" actId="1076"/>
        <pc:sldMkLst>
          <pc:docMk/>
          <pc:sldMk cId="220003356" sldId="256"/>
        </pc:sldMkLst>
        <pc:spChg chg="mod ord">
          <ac:chgData name="Jeremy Jestel" userId="f12305450eb37733" providerId="LiveId" clId="{5A341855-0C93-42C0-8589-13149EEF218B}" dt="2026-09-29T03:33:47.215" v="928" actId="1076"/>
          <ac:spMkLst>
            <pc:docMk/>
            <pc:sldMk cId="220003356" sldId="256"/>
            <ac:spMk id="2" creationId="{809DE5F2-7BAE-617C-BDC6-3B0F0CEAC9C4}"/>
          </ac:spMkLst>
        </pc:spChg>
        <pc:spChg chg="mod ord">
          <ac:chgData name="Jeremy Jestel" userId="f12305450eb37733" providerId="LiveId" clId="{5A341855-0C93-42C0-8589-13149EEF218B}" dt="2026-09-29T03:33:43.710" v="927" actId="1076"/>
          <ac:spMkLst>
            <pc:docMk/>
            <pc:sldMk cId="220003356" sldId="256"/>
            <ac:spMk id="3" creationId="{51AF96DC-32A6-1C46-04B2-8C747AC40F0A}"/>
          </ac:spMkLst>
        </pc:spChg>
        <pc:spChg chg="add del">
          <ac:chgData name="Jeremy Jestel" userId="f12305450eb37733" providerId="LiveId" clId="{5A341855-0C93-42C0-8589-13149EEF218B}" dt="2026-09-29T02:52:35.383" v="71" actId="26606"/>
          <ac:spMkLst>
            <pc:docMk/>
            <pc:sldMk cId="220003356" sldId="256"/>
            <ac:spMk id="9" creationId="{33E93247-6229-44AB-A550-739E971E690B}"/>
          </ac:spMkLst>
        </pc:spChg>
        <pc:spChg chg="add del">
          <ac:chgData name="Jeremy Jestel" userId="f12305450eb37733" providerId="LiveId" clId="{5A341855-0C93-42C0-8589-13149EEF218B}" dt="2026-09-29T02:52:35.383" v="71" actId="26606"/>
          <ac:spMkLst>
            <pc:docMk/>
            <pc:sldMk cId="220003356" sldId="256"/>
            <ac:spMk id="11" creationId="{D21F66AB-6D67-4C86-A415-0B6E4EEC5ABA}"/>
          </ac:spMkLst>
        </pc:spChg>
        <pc:spChg chg="add del">
          <ac:chgData name="Jeremy Jestel" userId="f12305450eb37733" providerId="LiveId" clId="{5A341855-0C93-42C0-8589-13149EEF218B}" dt="2026-09-29T02:52:50.783" v="78" actId="26606"/>
          <ac:spMkLst>
            <pc:docMk/>
            <pc:sldMk cId="220003356" sldId="256"/>
            <ac:spMk id="15" creationId="{19F9BF86-FE94-4517-B97D-026C7515E589}"/>
          </ac:spMkLst>
        </pc:spChg>
        <pc:spChg chg="add del">
          <ac:chgData name="Jeremy Jestel" userId="f12305450eb37733" providerId="LiveId" clId="{5A341855-0C93-42C0-8589-13149EEF218B}" dt="2026-09-29T02:52:50.783" v="78" actId="26606"/>
          <ac:spMkLst>
            <pc:docMk/>
            <pc:sldMk cId="220003356" sldId="256"/>
            <ac:spMk id="17" creationId="{0AF66B7C-69F6-439C-A508-14C94AF6BA8C}"/>
          </ac:spMkLst>
        </pc:spChg>
        <pc:picChg chg="add del">
          <ac:chgData name="Jeremy Jestel" userId="f12305450eb37733" providerId="LiveId" clId="{5A341855-0C93-42C0-8589-13149EEF218B}" dt="2026-09-29T02:52:35.383" v="71" actId="26606"/>
          <ac:picMkLst>
            <pc:docMk/>
            <pc:sldMk cId="220003356" sldId="256"/>
            <ac:picMk id="4" creationId="{41302604-14C7-E91A-B404-E0E5F1926A71}"/>
          </ac:picMkLst>
        </pc:picChg>
        <pc:picChg chg="add del mod">
          <ac:chgData name="Jeremy Jestel" userId="f12305450eb37733" providerId="LiveId" clId="{5A341855-0C93-42C0-8589-13149EEF218B}" dt="2026-09-29T02:52:50.783" v="78" actId="26606"/>
          <ac:picMkLst>
            <pc:docMk/>
            <pc:sldMk cId="220003356" sldId="256"/>
            <ac:picMk id="16" creationId="{38B9CD25-5A23-5294-C839-7739A60B2896}"/>
          </ac:picMkLst>
        </pc:picChg>
        <pc:cxnChg chg="add del">
          <ac:chgData name="Jeremy Jestel" userId="f12305450eb37733" providerId="LiveId" clId="{5A341855-0C93-42C0-8589-13149EEF218B}" dt="2026-09-29T02:52:35.383" v="71" actId="26606"/>
          <ac:cxnSpMkLst>
            <pc:docMk/>
            <pc:sldMk cId="220003356" sldId="256"/>
            <ac:cxnSpMk id="13" creationId="{0B66F5E1-B07D-4718-F4B4-5FCE4B7E8F44}"/>
          </ac:cxnSpMkLst>
        </pc:cxnChg>
        <pc:cxnChg chg="add del">
          <ac:chgData name="Jeremy Jestel" userId="f12305450eb37733" providerId="LiveId" clId="{5A341855-0C93-42C0-8589-13149EEF218B}" dt="2026-09-29T02:52:50.783" v="78" actId="26606"/>
          <ac:cxnSpMkLst>
            <pc:docMk/>
            <pc:sldMk cId="220003356" sldId="256"/>
            <ac:cxnSpMk id="18" creationId="{97CC2FE6-3AD0-4131-B4BC-1F4D65E25E13}"/>
          </ac:cxnSpMkLst>
        </pc:cxnChg>
      </pc:sldChg>
      <pc:sldChg chg="new del">
        <pc:chgData name="Jeremy Jestel" userId="f12305450eb37733" providerId="LiveId" clId="{5A341855-0C93-42C0-8589-13149EEF218B}" dt="2026-09-29T02:54:20.647" v="105" actId="47"/>
        <pc:sldMkLst>
          <pc:docMk/>
          <pc:sldMk cId="1319628128" sldId="257"/>
        </pc:sldMkLst>
      </pc:sldChg>
      <pc:sldChg chg="addSp delSp modSp add del mod modClrScheme chgLayout">
        <pc:chgData name="Jeremy Jestel" userId="f12305450eb37733" providerId="LiveId" clId="{5A341855-0C93-42C0-8589-13149EEF218B}" dt="2026-09-29T03:33:19.629" v="923" actId="207"/>
        <pc:sldMkLst>
          <pc:docMk/>
          <pc:sldMk cId="0" sldId="258"/>
        </pc:sldMkLst>
        <pc:spChg chg="mo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2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00.666" v="98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49.953" v="113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51.433" v="114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08.103" v="100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21.002" v="123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8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35.508" v="127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37.034" v="128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12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38.585" v="129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23.033" v="124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24.121" v="125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15.480" v="119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36.398" v="111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16.240" v="12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03.560" v="115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17.248" v="121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05.305" v="116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18.206" v="122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5:06.281" v="117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09.576" v="101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22.729" v="106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10.513" v="102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13.025" v="103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14.463" v="104" actId="478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Jeremy Jestel" userId="f12305450eb37733" providerId="LiveId" clId="{5A341855-0C93-42C0-8589-13149EEF218B}" dt="2026-09-29T02:54:33.399" v="110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26.401" v="107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29.128" v="108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33.399" v="110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Jeremy Jestel" userId="f12305450eb37733" providerId="LiveId" clId="{5A341855-0C93-42C0-8589-13149EEF218B}" dt="2026-09-29T02:54:38.848" v="112" actId="478"/>
          <ac:spMkLst>
            <pc:docMk/>
            <pc:sldMk cId="0" sldId="258"/>
            <ac:spMk id="33" creationId="{00000000-0000-0000-0000-000000000000}"/>
          </ac:spMkLst>
        </pc:spChg>
        <pc:spChg chg="mod or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34" creationId="{00000000-0000-0000-0000-000000000000}"/>
          </ac:spMkLst>
        </pc:spChg>
        <pc:spChg chg="add mod">
          <ac:chgData name="Jeremy Jestel" userId="f12305450eb37733" providerId="LiveId" clId="{5A341855-0C93-42C0-8589-13149EEF218B}" dt="2026-09-29T03:33:19.629" v="923" actId="207"/>
          <ac:spMkLst>
            <pc:docMk/>
            <pc:sldMk cId="0" sldId="258"/>
            <ac:spMk id="36" creationId="{B085BDA3-F476-DC1C-1487-ACB7922BEE18}"/>
          </ac:spMkLst>
        </pc:spChg>
        <pc:spChg chg="add del mod ord">
          <ac:chgData name="Jeremy Jestel" userId="f12305450eb37733" providerId="LiveId" clId="{5A341855-0C93-42C0-8589-13149EEF218B}" dt="2026-09-29T03:07:21.543" v="843" actId="700"/>
          <ac:spMkLst>
            <pc:docMk/>
            <pc:sldMk cId="0" sldId="258"/>
            <ac:spMk id="37" creationId="{E4D9EA96-72E1-20F6-1C50-90F4B5806279}"/>
          </ac:spMkLst>
        </pc:spChg>
      </pc:sldChg>
      <pc:sldChg chg="add del">
        <pc:chgData name="Jeremy Jestel" userId="f12305450eb37733" providerId="LiveId" clId="{5A341855-0C93-42C0-8589-13149EEF218B}" dt="2026-09-29T04:03:34.136" v="1609" actId="47"/>
        <pc:sldMkLst>
          <pc:docMk/>
          <pc:sldMk cId="896095946" sldId="259"/>
        </pc:sldMkLst>
      </pc:sldChg>
      <pc:sldChg chg="addSp delSp modSp add mod ord modClrScheme chgLayout">
        <pc:chgData name="Jeremy Jestel" userId="f12305450eb37733" providerId="LiveId" clId="{5A341855-0C93-42C0-8589-13149EEF218B}" dt="2026-09-29T03:58:42.789" v="1498" actId="700"/>
        <pc:sldMkLst>
          <pc:docMk/>
          <pc:sldMk cId="3996539769" sldId="260"/>
        </pc:sldMkLst>
        <pc:spChg chg="mod">
          <ac:chgData name="Jeremy Jestel" userId="f12305450eb37733" providerId="LiveId" clId="{5A341855-0C93-42C0-8589-13149EEF218B}" dt="2026-09-29T03:35:08.058" v="1009" actId="20577"/>
          <ac:spMkLst>
            <pc:docMk/>
            <pc:sldMk cId="3996539769" sldId="260"/>
            <ac:spMk id="2" creationId="{CB222B05-C19B-0B62-2593-7C01E22C2936}"/>
          </ac:spMkLst>
        </pc:spChg>
        <pc:spChg chg="add del mod">
          <ac:chgData name="Jeremy Jestel" userId="f12305450eb37733" providerId="LiveId" clId="{5A341855-0C93-42C0-8589-13149EEF218B}" dt="2026-09-29T03:34:41.738" v="937"/>
          <ac:spMkLst>
            <pc:docMk/>
            <pc:sldMk cId="3996539769" sldId="260"/>
            <ac:spMk id="3" creationId="{AB1D1FEB-14A7-D403-BE4A-F10605AAEB8A}"/>
          </ac:spMkLst>
        </pc:spChg>
        <pc:spChg chg="add del mod ord">
          <ac:chgData name="Jeremy Jestel" userId="f12305450eb37733" providerId="LiveId" clId="{5A341855-0C93-42C0-8589-13149EEF218B}" dt="2026-09-29T03:07:23.391" v="844" actId="700"/>
          <ac:spMkLst>
            <pc:docMk/>
            <pc:sldMk cId="3996539769" sldId="260"/>
            <ac:spMk id="3" creationId="{D2081060-7423-4E9F-936C-6B19EC1C319B}"/>
          </ac:spMkLst>
        </pc:spChg>
        <pc:spChg chg="add del mod">
          <ac:chgData name="Jeremy Jestel" userId="f12305450eb37733" providerId="LiveId" clId="{5A341855-0C93-42C0-8589-13149EEF218B}" dt="2026-09-29T03:35:09.114" v="1011"/>
          <ac:spMkLst>
            <pc:docMk/>
            <pc:sldMk cId="3996539769" sldId="260"/>
            <ac:spMk id="4" creationId="{38424AA6-199A-9059-15F4-1C9B94858A81}"/>
          </ac:spMkLst>
        </pc:spChg>
        <pc:spChg chg="add del mod ord">
          <ac:chgData name="Jeremy Jestel" userId="f12305450eb37733" providerId="LiveId" clId="{5A341855-0C93-42C0-8589-13149EEF218B}" dt="2026-09-29T03:07:23.391" v="844" actId="700"/>
          <ac:spMkLst>
            <pc:docMk/>
            <pc:sldMk cId="3996539769" sldId="260"/>
            <ac:spMk id="4" creationId="{4200BC8E-80FD-C20B-70AC-8EACD23EFC00}"/>
          </ac:spMkLst>
        </pc:spChg>
        <pc:spChg chg="add mod">
          <ac:chgData name="Jeremy Jestel" userId="f12305450eb37733" providerId="LiveId" clId="{5A341855-0C93-42C0-8589-13149EEF218B}" dt="2026-09-29T03:55:06.068" v="1466" actId="20577"/>
          <ac:spMkLst>
            <pc:docMk/>
            <pc:sldMk cId="3996539769" sldId="260"/>
            <ac:spMk id="5" creationId="{D043A520-79E1-B901-B55D-DCDB830DD672}"/>
          </ac:spMkLst>
        </pc:spChg>
        <pc:spChg chg="add del mod ord">
          <ac:chgData name="Jeremy Jestel" userId="f12305450eb37733" providerId="LiveId" clId="{5A341855-0C93-42C0-8589-13149EEF218B}" dt="2026-09-29T03:58:42.789" v="1498" actId="700"/>
          <ac:spMkLst>
            <pc:docMk/>
            <pc:sldMk cId="3996539769" sldId="260"/>
            <ac:spMk id="7" creationId="{01765BF7-9FB9-1B3E-FD62-46FB9966B7CF}"/>
          </ac:spMkLst>
        </pc:spChg>
        <pc:spChg chg="add del mod">
          <ac:chgData name="Jeremy Jestel" userId="f12305450eb37733" providerId="LiveId" clId="{5A341855-0C93-42C0-8589-13149EEF218B}" dt="2026-09-29T03:12:15.810" v="852"/>
          <ac:spMkLst>
            <pc:docMk/>
            <pc:sldMk cId="3996539769" sldId="260"/>
            <ac:spMk id="7" creationId="{77C3BD02-C2F5-F2A4-8F76-10E3378EB91C}"/>
          </ac:spMkLst>
        </pc:spChg>
        <pc:spChg chg="del">
          <ac:chgData name="Jeremy Jestel" userId="f12305450eb37733" providerId="LiveId" clId="{5A341855-0C93-42C0-8589-13149EEF218B}" dt="2026-09-29T03:02:28.431" v="767" actId="478"/>
          <ac:spMkLst>
            <pc:docMk/>
            <pc:sldMk cId="3996539769" sldId="260"/>
            <ac:spMk id="8" creationId="{80091BCB-FBE4-4A79-FFBF-2A5C2CBC1A5B}"/>
          </ac:spMkLst>
        </pc:spChg>
        <pc:spChg chg="del">
          <ac:chgData name="Jeremy Jestel" userId="f12305450eb37733" providerId="LiveId" clId="{5A341855-0C93-42C0-8589-13149EEF218B}" dt="2026-09-29T03:02:31.921" v="769" actId="478"/>
          <ac:spMkLst>
            <pc:docMk/>
            <pc:sldMk cId="3996539769" sldId="260"/>
            <ac:spMk id="10" creationId="{70205048-A8D1-223E-E53F-4425DBFC2B44}"/>
          </ac:spMkLst>
        </pc:spChg>
        <pc:spChg chg="del">
          <ac:chgData name="Jeremy Jestel" userId="f12305450eb37733" providerId="LiveId" clId="{5A341855-0C93-42C0-8589-13149EEF218B}" dt="2026-09-29T03:02:29.462" v="768" actId="478"/>
          <ac:spMkLst>
            <pc:docMk/>
            <pc:sldMk cId="3996539769" sldId="260"/>
            <ac:spMk id="12" creationId="{ED03C07C-AB91-3281-B2B9-892E777CDF97}"/>
          </ac:spMkLst>
        </pc:spChg>
        <pc:spChg chg="mod ord">
          <ac:chgData name="Jeremy Jestel" userId="f12305450eb37733" providerId="LiveId" clId="{5A341855-0C93-42C0-8589-13149EEF218B}" dt="2026-09-29T03:58:42.789" v="1498" actId="700"/>
          <ac:spMkLst>
            <pc:docMk/>
            <pc:sldMk cId="3996539769" sldId="260"/>
            <ac:spMk id="34" creationId="{F5AE4A82-267F-32C8-5256-6C184A85B492}"/>
          </ac:spMkLst>
        </pc:spChg>
        <pc:spChg chg="del">
          <ac:chgData name="Jeremy Jestel" userId="f12305450eb37733" providerId="LiveId" clId="{5A341855-0C93-42C0-8589-13149EEF218B}" dt="2026-09-29T03:02:32.703" v="770" actId="478"/>
          <ac:spMkLst>
            <pc:docMk/>
            <pc:sldMk cId="3996539769" sldId="260"/>
            <ac:spMk id="36" creationId="{3DEFCF76-4775-F03C-9792-8299FB5773DE}"/>
          </ac:spMkLst>
        </pc:spChg>
        <pc:picChg chg="add mod">
          <ac:chgData name="Jeremy Jestel" userId="f12305450eb37733" providerId="LiveId" clId="{5A341855-0C93-42C0-8589-13149EEF218B}" dt="2026-09-29T03:11:55.181" v="849" actId="1076"/>
          <ac:picMkLst>
            <pc:docMk/>
            <pc:sldMk cId="3996539769" sldId="260"/>
            <ac:picMk id="6" creationId="{54BAD6AE-5FD6-468C-477F-6D5FFD8EDCE9}"/>
          </ac:picMkLst>
        </pc:picChg>
      </pc:sldChg>
      <pc:sldChg chg="addSp modSp new add del mod modClrScheme chgLayout">
        <pc:chgData name="Jeremy Jestel" userId="f12305450eb37733" providerId="LiveId" clId="{5A341855-0C93-42C0-8589-13149EEF218B}" dt="2026-09-29T04:03:24.271" v="1608" actId="700"/>
        <pc:sldMkLst>
          <pc:docMk/>
          <pc:sldMk cId="510635415" sldId="261"/>
        </pc:sldMkLst>
        <pc:spChg chg="add mod ord">
          <ac:chgData name="Jeremy Jestel" userId="f12305450eb37733" providerId="LiveId" clId="{5A341855-0C93-42C0-8589-13149EEF218B}" dt="2026-09-29T04:03:24.271" v="1608" actId="700"/>
          <ac:spMkLst>
            <pc:docMk/>
            <pc:sldMk cId="510635415" sldId="261"/>
            <ac:spMk id="2" creationId="{A7F09E4D-C706-8AB9-94EC-A7FCE3DF04F7}"/>
          </ac:spMkLst>
        </pc:spChg>
        <pc:spChg chg="add mod ord">
          <ac:chgData name="Jeremy Jestel" userId="f12305450eb37733" providerId="LiveId" clId="{5A341855-0C93-42C0-8589-13149EEF218B}" dt="2026-09-29T04:03:24.271" v="1608" actId="700"/>
          <ac:spMkLst>
            <pc:docMk/>
            <pc:sldMk cId="510635415" sldId="261"/>
            <ac:spMk id="3" creationId="{3D184E4D-0774-D687-4AB8-F1CA899F5EE8}"/>
          </ac:spMkLst>
        </pc:spChg>
      </pc:sldChg>
      <pc:sldChg chg="new del">
        <pc:chgData name="Jeremy Jestel" userId="f12305450eb37733" providerId="LiveId" clId="{5A341855-0C93-42C0-8589-13149EEF218B}" dt="2026-09-29T03:12:28.694" v="855" actId="47"/>
        <pc:sldMkLst>
          <pc:docMk/>
          <pc:sldMk cId="755394108" sldId="262"/>
        </pc:sldMkLst>
      </pc:sldChg>
      <pc:sldChg chg="addSp modSp new add del mod ord chgLayout">
        <pc:chgData name="Jeremy Jestel" userId="f12305450eb37733" providerId="LiveId" clId="{5A341855-0C93-42C0-8589-13149EEF218B}" dt="2026-09-29T04:03:17.213" v="1605" actId="700"/>
        <pc:sldMkLst>
          <pc:docMk/>
          <pc:sldMk cId="2448589145" sldId="262"/>
        </pc:sldMkLst>
        <pc:spChg chg="add mod ord">
          <ac:chgData name="Jeremy Jestel" userId="f12305450eb37733" providerId="LiveId" clId="{5A341855-0C93-42C0-8589-13149EEF218B}" dt="2026-09-29T04:03:17.213" v="1605" actId="700"/>
          <ac:spMkLst>
            <pc:docMk/>
            <pc:sldMk cId="2448589145" sldId="262"/>
            <ac:spMk id="2" creationId="{D2F952C9-8935-75CA-39D5-535DF40BD4DC}"/>
          </ac:spMkLst>
        </pc:spChg>
        <pc:spChg chg="add mod ord">
          <ac:chgData name="Jeremy Jestel" userId="f12305450eb37733" providerId="LiveId" clId="{5A341855-0C93-42C0-8589-13149EEF218B}" dt="2026-09-29T04:03:17.213" v="1605" actId="700"/>
          <ac:spMkLst>
            <pc:docMk/>
            <pc:sldMk cId="2448589145" sldId="262"/>
            <ac:spMk id="3" creationId="{03EAB7C9-7AC0-A943-B31B-DAC0777BE8ED}"/>
          </ac:spMkLst>
        </pc:spChg>
      </pc:sldChg>
      <pc:sldChg chg="addSp modSp new mod chgLayout">
        <pc:chgData name="Jeremy Jestel" userId="f12305450eb37733" providerId="LiveId" clId="{5A341855-0C93-42C0-8589-13149EEF218B}" dt="2026-09-29T04:03:20.933" v="1607" actId="700"/>
        <pc:sldMkLst>
          <pc:docMk/>
          <pc:sldMk cId="679846236" sldId="263"/>
        </pc:sldMkLst>
        <pc:spChg chg="mod ord">
          <ac:chgData name="Jeremy Jestel" userId="f12305450eb37733" providerId="LiveId" clId="{5A341855-0C93-42C0-8589-13149EEF218B}" dt="2026-09-29T04:03:20.933" v="1607" actId="700"/>
          <ac:spMkLst>
            <pc:docMk/>
            <pc:sldMk cId="679846236" sldId="263"/>
            <ac:spMk id="2" creationId="{2FE7EC23-7702-43ED-8227-AFDB798CC4CD}"/>
          </ac:spMkLst>
        </pc:spChg>
        <pc:spChg chg="add mod ord">
          <ac:chgData name="Jeremy Jestel" userId="f12305450eb37733" providerId="LiveId" clId="{5A341855-0C93-42C0-8589-13149EEF218B}" dt="2026-09-29T04:03:20.933" v="1607" actId="700"/>
          <ac:spMkLst>
            <pc:docMk/>
            <pc:sldMk cId="679846236" sldId="263"/>
            <ac:spMk id="3" creationId="{5A28F577-63A2-ACD9-133F-ED160EC49521}"/>
          </ac:spMkLst>
        </pc:spChg>
      </pc:sldChg>
      <pc:sldChg chg="new del">
        <pc:chgData name="Jeremy Jestel" userId="f12305450eb37733" providerId="LiveId" clId="{5A341855-0C93-42C0-8589-13149EEF218B}" dt="2026-09-29T03:56:09.143" v="1479" actId="680"/>
        <pc:sldMkLst>
          <pc:docMk/>
          <pc:sldMk cId="1240790516" sldId="263"/>
        </pc:sldMkLst>
      </pc:sldChg>
      <pc:sldChg chg="addSp modSp new mod chgLayout">
        <pc:chgData name="Jeremy Jestel" userId="f12305450eb37733" providerId="LiveId" clId="{5A341855-0C93-42C0-8589-13149EEF218B}" dt="2026-09-29T04:03:19.018" v="1606" actId="700"/>
        <pc:sldMkLst>
          <pc:docMk/>
          <pc:sldMk cId="1767332907" sldId="264"/>
        </pc:sldMkLst>
        <pc:spChg chg="mod ord">
          <ac:chgData name="Jeremy Jestel" userId="f12305450eb37733" providerId="LiveId" clId="{5A341855-0C93-42C0-8589-13149EEF218B}" dt="2026-09-29T04:03:19.018" v="1606" actId="700"/>
          <ac:spMkLst>
            <pc:docMk/>
            <pc:sldMk cId="1767332907" sldId="264"/>
            <ac:spMk id="2" creationId="{5144350F-4048-0507-7AC1-35185064D2B7}"/>
          </ac:spMkLst>
        </pc:spChg>
        <pc:spChg chg="add mod ord">
          <ac:chgData name="Jeremy Jestel" userId="f12305450eb37733" providerId="LiveId" clId="{5A341855-0C93-42C0-8589-13149EEF218B}" dt="2026-09-29T04:03:19.018" v="1606" actId="700"/>
          <ac:spMkLst>
            <pc:docMk/>
            <pc:sldMk cId="1767332907" sldId="264"/>
            <ac:spMk id="3" creationId="{E9037250-0C5D-4106-F6CC-FD4EBD7F022C}"/>
          </ac:spMkLst>
        </pc:spChg>
      </pc:sldChg>
      <pc:sldChg chg="addSp modSp new mod chgLayout">
        <pc:chgData name="Jeremy Jestel" userId="f12305450eb37733" providerId="LiveId" clId="{5A341855-0C93-42C0-8589-13149EEF218B}" dt="2026-09-29T04:03:14.214" v="1604" actId="700"/>
        <pc:sldMkLst>
          <pc:docMk/>
          <pc:sldMk cId="1845660994" sldId="265"/>
        </pc:sldMkLst>
        <pc:spChg chg="mod ord">
          <ac:chgData name="Jeremy Jestel" userId="f12305450eb37733" providerId="LiveId" clId="{5A341855-0C93-42C0-8589-13149EEF218B}" dt="2026-09-29T04:03:14.214" v="1604" actId="700"/>
          <ac:spMkLst>
            <pc:docMk/>
            <pc:sldMk cId="1845660994" sldId="265"/>
            <ac:spMk id="2" creationId="{492BF486-E3F6-6157-8050-90DD5DBDEB03}"/>
          </ac:spMkLst>
        </pc:spChg>
        <pc:spChg chg="add mod ord">
          <ac:chgData name="Jeremy Jestel" userId="f12305450eb37733" providerId="LiveId" clId="{5A341855-0C93-42C0-8589-13149EEF218B}" dt="2026-09-29T04:03:14.214" v="1604" actId="700"/>
          <ac:spMkLst>
            <pc:docMk/>
            <pc:sldMk cId="1845660994" sldId="265"/>
            <ac:spMk id="3" creationId="{E1625F95-762B-19E6-996D-3B442C50F098}"/>
          </ac:spMkLst>
        </pc:spChg>
      </pc:sldChg>
      <pc:sldMasterChg chg="add del addSldLayout delSldLayout">
        <pc:chgData name="Jeremy Jestel" userId="f12305450eb37733" providerId="LiveId" clId="{5A341855-0C93-42C0-8589-13149EEF218B}" dt="2026-09-29T02:52:50.783" v="78" actId="26606"/>
        <pc:sldMasterMkLst>
          <pc:docMk/>
          <pc:sldMasterMk cId="3644584646" sldId="2147483660"/>
        </pc:sldMasterMkLst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1442043427" sldId="2147483661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1840452942" sldId="2147483662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2750582668" sldId="2147483663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670338588" sldId="2147483664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657681641" sldId="2147483665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380500363" sldId="2147483666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2949938462" sldId="2147483667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2286201887" sldId="2147483668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2958126996" sldId="2147483669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4249022045" sldId="2147483670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1896478289" sldId="2147483671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856295336" sldId="2147483672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437356068" sldId="2147483673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2416735966" sldId="2147483674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3064649001" sldId="2147483675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6040401" sldId="2147483676"/>
          </pc:sldLayoutMkLst>
        </pc:sldLayoutChg>
        <pc:sldLayoutChg chg="add del">
          <pc:chgData name="Jeremy Jestel" userId="f12305450eb37733" providerId="LiveId" clId="{5A341855-0C93-42C0-8589-13149EEF218B}" dt="2026-09-29T02:52:50.783" v="78" actId="26606"/>
          <pc:sldLayoutMkLst>
            <pc:docMk/>
            <pc:sldMasterMk cId="3644584646" sldId="2147483660"/>
            <pc:sldLayoutMk cId="1318096137" sldId="2147483677"/>
          </pc:sldLayoutMkLst>
        </pc:sldLayoutChg>
      </pc:sldMasterChg>
      <pc:sldMasterChg chg="modSldLayout">
        <pc:chgData name="Jeremy Jestel" userId="f12305450eb37733" providerId="LiveId" clId="{5A341855-0C93-42C0-8589-13149EEF218B}" dt="2026-09-29T03:13:01.303" v="906" actId="20577"/>
        <pc:sldMasterMkLst>
          <pc:docMk/>
          <pc:sldMasterMk cId="1066751910" sldId="2147483678"/>
        </pc:sldMasterMkLst>
        <pc:sldLayoutChg chg="modSp mod">
          <pc:chgData name="Jeremy Jestel" userId="f12305450eb37733" providerId="LiveId" clId="{5A341855-0C93-42C0-8589-13149EEF218B}" dt="2026-09-29T03:13:01.303" v="906" actId="20577"/>
          <pc:sldLayoutMkLst>
            <pc:docMk/>
            <pc:sldMasterMk cId="1066751910" sldId="2147483678"/>
            <pc:sldLayoutMk cId="3575854695" sldId="2147483696"/>
          </pc:sldLayoutMkLst>
          <pc:spChg chg="mod">
            <ac:chgData name="Jeremy Jestel" userId="f12305450eb37733" providerId="LiveId" clId="{5A341855-0C93-42C0-8589-13149EEF218B}" dt="2026-09-29T03:13:01.303" v="906" actId="20577"/>
            <ac:spMkLst>
              <pc:docMk/>
              <pc:sldMasterMk cId="1066751910" sldId="2147483678"/>
              <pc:sldLayoutMk cId="3575854695" sldId="2147483696"/>
              <ac:spMk id="3" creationId="{00000000-0000-0000-0000-000000000000}"/>
            </ac:spMkLst>
          </pc:spChg>
        </pc:sldLayoutChg>
      </pc:sldMasterChg>
      <pc:sldMasterChg chg="add del replId addSldLayout delSldLayout">
        <pc:chgData name="Jeremy Jestel" userId="f12305450eb37733" providerId="LiveId" clId="{5A341855-0C93-42C0-8589-13149EEF218B}" dt="2026-09-29T02:52:50.783" v="78" actId="26606"/>
        <pc:sldMasterMkLst>
          <pc:docMk/>
          <pc:sldMasterMk cId="1166907129" sldId="2147483678"/>
        </pc:sldMasterMkLst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3003478471" sldId="2147483679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4233836263" sldId="2147483680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3570988793" sldId="2147483681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637279214" sldId="2147483682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2565051566" sldId="2147483683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2766177060" sldId="2147483684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660146233" sldId="2147483685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3127358623" sldId="2147483686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2698836511" sldId="2147483687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1703539467" sldId="2147483688"/>
          </pc:sldLayoutMkLst>
        </pc:sldLayoutChg>
        <pc:sldLayoutChg chg="add del replId">
          <pc:chgData name="Jeremy Jestel" userId="f12305450eb37733" providerId="LiveId" clId="{5A341855-0C93-42C0-8589-13149EEF218B}" dt="2026-09-29T02:52:50.783" v="78" actId="26606"/>
          <pc:sldLayoutMkLst>
            <pc:docMk/>
            <pc:sldMasterMk cId="1166907129" sldId="2147483678"/>
            <pc:sldLayoutMk cId="3897343211" sldId="2147483689"/>
          </pc:sldLayoutMkLst>
        </pc:sldLayoutChg>
      </pc:sldMasterChg>
      <pc:sldMasterChg chg="add del addSldLayout delSldLayout">
        <pc:chgData name="Jeremy Jestel" userId="f12305450eb37733" providerId="LiveId" clId="{5A341855-0C93-42C0-8589-13149EEF218B}" dt="2026-09-29T02:52:35.383" v="71" actId="26606"/>
        <pc:sldMasterMkLst>
          <pc:docMk/>
          <pc:sldMasterMk cId="2553435568" sldId="2147483685"/>
        </pc:sldMasterMkLst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4192638376" sldId="2147483678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3924862939" sldId="2147483679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777012509" sldId="2147483680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223180691" sldId="2147483681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086455500" sldId="2147483682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556598354" sldId="2147483683"/>
          </pc:sldLayoutMkLst>
        </pc:sldLayoutChg>
        <pc:sldLayoutChg chg="add del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1247053813" sldId="2147483684"/>
          </pc:sldLayoutMkLst>
        </pc:sldLayoutChg>
        <pc:sldLayoutChg chg="add del replId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1586610115" sldId="2147483686"/>
          </pc:sldLayoutMkLst>
        </pc:sldLayoutChg>
        <pc:sldLayoutChg chg="add del replId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959350839" sldId="2147483687"/>
          </pc:sldLayoutMkLst>
        </pc:sldLayoutChg>
        <pc:sldLayoutChg chg="add del replId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1935353421" sldId="2147483688"/>
          </pc:sldLayoutMkLst>
        </pc:sldLayoutChg>
        <pc:sldLayoutChg chg="add del replId">
          <pc:chgData name="Jeremy Jestel" userId="f12305450eb37733" providerId="LiveId" clId="{5A341855-0C93-42C0-8589-13149EEF218B}" dt="2026-09-29T02:52:35.383" v="71" actId="26606"/>
          <pc:sldLayoutMkLst>
            <pc:docMk/>
            <pc:sldMasterMk cId="2553435568" sldId="2147483685"/>
            <pc:sldLayoutMk cId="2204695429" sldId="2147483689"/>
          </pc:sldLayoutMkLst>
        </pc:sldLayoutChg>
      </pc:sldMasterChg>
      <pc:sldMasterChg chg="new del mod addSldLayout">
        <pc:chgData name="Jeremy Jestel" userId="f12305450eb37733" providerId="LiveId" clId="{5A341855-0C93-42C0-8589-13149EEF218B}" dt="2026-09-29T03:30:39.904" v="910" actId="2696"/>
        <pc:sldMasterMkLst>
          <pc:docMk/>
          <pc:sldMasterMk cId="2172643240" sldId="2147483697"/>
        </pc:sldMasterMkLst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3801219706" sldId="2147483698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4105926231" sldId="2147483699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3697864969" sldId="2147483700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4015056057" sldId="2147483701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566895314" sldId="2147483702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1759668956" sldId="2147483703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2839341826" sldId="2147483704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4052303898" sldId="2147483705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4260026506" sldId="2147483706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1262588446" sldId="2147483707"/>
          </pc:sldLayoutMkLst>
        </pc:sldLayoutChg>
        <pc:sldLayoutChg chg="new replId">
          <pc:chgData name="Jeremy Jestel" userId="f12305450eb37733" providerId="LiveId" clId="{5A341855-0C93-42C0-8589-13149EEF218B}" dt="2026-09-29T03:30:34.920" v="908" actId="6938"/>
          <pc:sldLayoutMkLst>
            <pc:docMk/>
            <pc:sldMasterMk cId="2172643240" sldId="2147483697"/>
            <pc:sldLayoutMk cId="1507882296" sldId="2147483708"/>
          </pc:sldLayoutMkLst>
        </pc:sldLayoutChg>
      </pc:sldMasterChg>
      <pc:sldMasterChg chg="addSp modSp new mod addSldLayout modSldLayout">
        <pc:chgData name="Jeremy Jestel" userId="f12305450eb37733" providerId="LiveId" clId="{5A341855-0C93-42C0-8589-13149EEF218B}" dt="2026-09-29T04:03:07.074" v="1603" actId="5793"/>
        <pc:sldMasterMkLst>
          <pc:docMk/>
          <pc:sldMasterMk cId="188449559" sldId="2147483709"/>
        </pc:sldMasterMkLst>
        <pc:spChg chg="mod">
          <ac:chgData name="Jeremy Jestel" userId="f12305450eb37733" providerId="LiveId" clId="{5A341855-0C93-42C0-8589-13149EEF218B}" dt="2026-09-29T03:32:25.217" v="918" actId="207"/>
          <ac:spMkLst>
            <pc:docMk/>
            <pc:sldMasterMk cId="188449559" sldId="2147483709"/>
            <ac:spMk id="2" creationId="{8DE9A1BF-0D7C-531E-ECD4-5EC4D0453E4F}"/>
          </ac:spMkLst>
        </pc:spChg>
        <pc:spChg chg="mod">
          <ac:chgData name="Jeremy Jestel" userId="f12305450eb37733" providerId="LiveId" clId="{5A341855-0C93-42C0-8589-13149EEF218B}" dt="2026-09-29T03:32:23.163" v="917" actId="207"/>
          <ac:spMkLst>
            <pc:docMk/>
            <pc:sldMasterMk cId="188449559" sldId="2147483709"/>
            <ac:spMk id="3" creationId="{40778098-E126-5009-AE55-3435D0D9B143}"/>
          </ac:spMkLst>
        </pc:spChg>
        <pc:spChg chg="add">
          <ac:chgData name="Jeremy Jestel" userId="f12305450eb37733" providerId="LiveId" clId="{5A341855-0C93-42C0-8589-13149EEF218B}" dt="2026-09-29T03:31:53.114" v="916" actId="22"/>
          <ac:spMkLst>
            <pc:docMk/>
            <pc:sldMasterMk cId="188449559" sldId="2147483709"/>
            <ac:spMk id="8" creationId="{F03C187B-206B-3FE1-7975-BDC757D2C6FB}"/>
          </ac:spMkLst>
        </pc:spChg>
        <pc:sldLayoutChg chg="addSp delSp modSp mod">
          <pc:chgData name="Jeremy Jestel" userId="f12305450eb37733" providerId="LiveId" clId="{5A341855-0C93-42C0-8589-13149EEF218B}" dt="2026-09-29T04:03:07.074" v="1603" actId="5793"/>
          <pc:sldLayoutMkLst>
            <pc:docMk/>
            <pc:sldMasterMk cId="188449559" sldId="2147483709"/>
            <pc:sldLayoutMk cId="3706714641" sldId="2147483710"/>
          </pc:sldLayoutMkLst>
          <pc:spChg chg="add del mod">
            <ac:chgData name="Jeremy Jestel" userId="f12305450eb37733" providerId="LiveId" clId="{5A341855-0C93-42C0-8589-13149EEF218B}" dt="2026-09-29T03:32:42.587" v="921"/>
            <ac:spMkLst>
              <pc:docMk/>
              <pc:sldMasterMk cId="188449559" sldId="2147483709"/>
              <pc:sldLayoutMk cId="3706714641" sldId="2147483710"/>
              <ac:spMk id="5" creationId="{681506BB-4512-C14E-6AE1-8CDC61D7339E}"/>
            </ac:spMkLst>
          </pc:spChg>
          <pc:spChg chg="add del mod">
            <ac:chgData name="Jeremy Jestel" userId="f12305450eb37733" providerId="LiveId" clId="{5A341855-0C93-42C0-8589-13149EEF218B}" dt="2026-09-29T03:57:39.724" v="1481" actId="478"/>
            <ac:spMkLst>
              <pc:docMk/>
              <pc:sldMasterMk cId="188449559" sldId="2147483709"/>
              <pc:sldLayoutMk cId="3706714641" sldId="2147483710"/>
              <ac:spMk id="6" creationId="{854F3AE1-FD51-270A-0BC8-5796C39C3710}"/>
            </ac:spMkLst>
          </pc:spChg>
          <pc:spChg chg="add del">
            <ac:chgData name="Jeremy Jestel" userId="f12305450eb37733" providerId="LiveId" clId="{5A341855-0C93-42C0-8589-13149EEF218B}" dt="2026-09-29T03:57:45.013" v="1482" actId="11529"/>
            <ac:spMkLst>
              <pc:docMk/>
              <pc:sldMasterMk cId="188449559" sldId="2147483709"/>
              <pc:sldLayoutMk cId="3706714641" sldId="2147483710"/>
              <ac:spMk id="7" creationId="{0595E3D9-3FB3-9103-BFF0-E1A2171D23BD}"/>
            </ac:spMkLst>
          </pc:spChg>
          <pc:spChg chg="add mod">
            <ac:chgData name="Jeremy Jestel" userId="f12305450eb37733" providerId="LiveId" clId="{5A341855-0C93-42C0-8589-13149EEF218B}" dt="2026-09-29T03:58:53.164" v="1500" actId="5793"/>
            <ac:spMkLst>
              <pc:docMk/>
              <pc:sldMasterMk cId="188449559" sldId="2147483709"/>
              <pc:sldLayoutMk cId="3706714641" sldId="2147483710"/>
              <ac:spMk id="8" creationId="{A43C1457-3BE5-938E-F545-7094DC5A226C}"/>
            </ac:spMkLst>
          </pc:spChg>
          <pc:spChg chg="add del">
            <ac:chgData name="Jeremy Jestel" userId="f12305450eb37733" providerId="LiveId" clId="{5A341855-0C93-42C0-8589-13149EEF218B}" dt="2026-09-29T04:03:00.338" v="1601" actId="11529"/>
            <ac:spMkLst>
              <pc:docMk/>
              <pc:sldMasterMk cId="188449559" sldId="2147483709"/>
              <pc:sldLayoutMk cId="3706714641" sldId="2147483710"/>
              <ac:spMk id="9" creationId="{66702867-F35C-00F6-23E9-CE75BADFC6AF}"/>
            </ac:spMkLst>
          </pc:spChg>
          <pc:spChg chg="add mod">
            <ac:chgData name="Jeremy Jestel" userId="f12305450eb37733" providerId="LiveId" clId="{5A341855-0C93-42C0-8589-13149EEF218B}" dt="2026-09-29T04:03:07.074" v="1603" actId="5793"/>
            <ac:spMkLst>
              <pc:docMk/>
              <pc:sldMasterMk cId="188449559" sldId="2147483709"/>
              <pc:sldLayoutMk cId="3706714641" sldId="2147483710"/>
              <ac:spMk id="10" creationId="{5D95CBFE-839B-CB1D-1193-27E4801FD8A2}"/>
            </ac:spMkLst>
          </pc:spChg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3722954599" sldId="2147483710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4204025715" sldId="2147483711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4214991773" sldId="2147483712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936851780" sldId="2147483713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1515264084" sldId="2147483714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2507071194" sldId="2147483715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1051359752" sldId="2147483716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1429400343" sldId="2147483717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2304889290" sldId="2147483718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1225468807" sldId="2147483719"/>
          </pc:sldLayoutMkLst>
        </pc:sldLayoutChg>
        <pc:sldLayoutChg chg="new replId">
          <pc:chgData name="Jeremy Jestel" userId="f12305450eb37733" providerId="LiveId" clId="{5A341855-0C93-42C0-8589-13149EEF218B}" dt="2026-09-29T03:30:35.054" v="909" actId="6938"/>
          <pc:sldLayoutMkLst>
            <pc:docMk/>
            <pc:sldMasterMk cId="188449559" sldId="2147483709"/>
            <pc:sldLayoutMk cId="1788309895" sldId="214748372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6391D-7CD4-4D46-A9E7-BA86BD79067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EC037-7CEF-4021-912D-6C4A19EE5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2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A4953-B7BE-B4F4-1ABE-9E5571BD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4D642-EF8C-09D5-F034-3A2B93ADA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D2070-B02B-C6E9-9EA1-F4DCB893D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C6BAA-1813-0AFB-D182-605A108B6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INEERING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Desc</a:t>
            </a:r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[PROGRAM / PROJECT]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3C1457-3BE5-938E-F545-7094DC5A2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95375" y="457200"/>
            <a:ext cx="8505825" cy="4921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95CBFE-839B-CB1D-1193-27E4801FD8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5375" y="1535113"/>
            <a:ext cx="8859838" cy="44767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71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9A1BF-0D7C-531E-ECD4-5EC4D045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78098-E126-5009-AE55-3435D0D9B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7A44-F33E-2B39-6C64-8482AEF97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6A098-2F3A-4E92-B37B-936F269562D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8AA83-4C0A-F1EF-C5F9-67B492B12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8A004-8A55-3227-52FD-547CE3EAF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D21E3-56DD-4BA5-A57F-9BFCCAA6FFF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F03C187B-206B-3FE1-7975-BDC757D2C6FB}"/>
              </a:ext>
            </a:extLst>
          </p:cNvPr>
          <p:cNvSpPr/>
          <p:nvPr userDrawn="1"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E5F2-7BAE-617C-BDC6-3B0F0CEAC9C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67512" y="573024"/>
            <a:ext cx="8675688" cy="3200400"/>
          </a:xfrm>
        </p:spPr>
        <p:txBody>
          <a:bodyPr/>
          <a:lstStyle/>
          <a:p>
            <a:r>
              <a:rPr lang="en-US" dirty="0"/>
              <a:t>Apogee Simulation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F96DC-32A6-1C46-04B2-8C747AC40F0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67512" y="3328416"/>
            <a:ext cx="8675688" cy="1905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Developed by:</a:t>
            </a:r>
          </a:p>
          <a:p>
            <a:pPr marL="0" indent="0">
              <a:buNone/>
            </a:pPr>
            <a:r>
              <a:rPr lang="en-US" dirty="0"/>
              <a:t>Jeremy Jestel</a:t>
            </a:r>
          </a:p>
        </p:txBody>
      </p:sp>
    </p:spTree>
    <p:extLst>
      <p:ext uri="{BB962C8B-B14F-4D97-AF65-F5344CB8AC3E}">
        <p14:creationId xmlns:p14="http://schemas.microsoft.com/office/powerpoint/2010/main" val="22000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F09E4D-C706-8AB9-94EC-A7FCE3DF04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84E4D-0774-D687-4AB8-F1CA899F5E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3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78A1-B4BC-C1FB-52A7-E147C652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222B05-C19B-0B62-2593-7C01E22C2936}"/>
              </a:ext>
            </a:extLst>
          </p:cNvPr>
          <p:cNvSpPr/>
          <p:nvPr/>
        </p:nvSpPr>
        <p:spPr>
          <a:xfrm>
            <a:off x="1026795" y="4617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/>
              <a:t>Purpose</a:t>
            </a:r>
          </a:p>
        </p:txBody>
      </p:sp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F5AE4A82-267F-32C8-5256-6C184A85B4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AD6AE-5FD6-468C-477F-6D5FFD8E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01" y="950197"/>
            <a:ext cx="5076862" cy="4610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3A520-79E1-B901-B55D-DCDB830DD672}"/>
              </a:ext>
            </a:extLst>
          </p:cNvPr>
          <p:cNvSpPr txBox="1"/>
          <p:nvPr/>
        </p:nvSpPr>
        <p:spPr>
          <a:xfrm>
            <a:off x="914400" y="1225296"/>
            <a:ext cx="4645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Apogee enables high fidelity simulation of missile interception scenarios with a modular framework of systems. Simulations can be adjusted and run using the simple GUI powered by Rerun.io and Matplotlib</a:t>
            </a:r>
          </a:p>
        </p:txBody>
      </p:sp>
    </p:spTree>
    <p:extLst>
      <p:ext uri="{BB962C8B-B14F-4D97-AF65-F5344CB8AC3E}">
        <p14:creationId xmlns:p14="http://schemas.microsoft.com/office/powerpoint/2010/main" val="399653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6795" y="4617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/>
              <a:t>Entities</a:t>
            </a:r>
          </a:p>
        </p:txBody>
      </p:sp>
      <p:sp>
        <p:nvSpPr>
          <p:cNvPr id="8" name="Shape 6"/>
          <p:cNvSpPr/>
          <p:nvPr/>
        </p:nvSpPr>
        <p:spPr>
          <a:xfrm>
            <a:off x="1210818" y="1504950"/>
            <a:ext cx="4885182" cy="19240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0F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/>
              <a:t>Satellite</a:t>
            </a:r>
          </a:p>
          <a:p>
            <a:pPr algn="ctr"/>
            <a:r>
              <a:rPr lang="en-US" dirty="0"/>
              <a:t>The blue satellite orbits the earth in a known trajectory</a:t>
            </a:r>
          </a:p>
          <a:p>
            <a:pPr algn="ctr"/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6650354" y="3952875"/>
            <a:ext cx="4885182" cy="19240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0F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/>
              <a:t>Interceptor</a:t>
            </a:r>
          </a:p>
          <a:p>
            <a:pPr algn="ctr"/>
            <a:r>
              <a:rPr lang="en-US" dirty="0"/>
              <a:t>The blue interceptor is launched from the surface and guides itself to intercept the missile</a:t>
            </a:r>
          </a:p>
        </p:txBody>
      </p:sp>
      <p:sp>
        <p:nvSpPr>
          <p:cNvPr id="12" name="Shape 10"/>
          <p:cNvSpPr/>
          <p:nvPr/>
        </p:nvSpPr>
        <p:spPr>
          <a:xfrm>
            <a:off x="6650354" y="1504950"/>
            <a:ext cx="4885181" cy="19240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/>
              <a:t>Missile</a:t>
            </a:r>
          </a:p>
          <a:p>
            <a:pPr algn="ctr"/>
            <a:r>
              <a:rPr lang="en-US" dirty="0"/>
              <a:t>The red missile launches from land and navigates to the predetermined point of collision with the blue satellite</a:t>
            </a: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B085BDA3-F476-DC1C-1487-ACB7922BEE18}"/>
              </a:ext>
            </a:extLst>
          </p:cNvPr>
          <p:cNvSpPr/>
          <p:nvPr/>
        </p:nvSpPr>
        <p:spPr>
          <a:xfrm>
            <a:off x="1210819" y="3952875"/>
            <a:ext cx="4885181" cy="19240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B0F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/>
              <a:t>Radar</a:t>
            </a:r>
          </a:p>
          <a:p>
            <a:pPr algn="ctr"/>
            <a:r>
              <a:rPr lang="en-US" dirty="0"/>
              <a:t>The blue radar tracks the missile as it enters its coverage area and queues the interceptor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E7EC23-7702-43ED-8227-AFDB798CC4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Satellite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F577-63A2-ACD9-133F-ED160EC495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4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4350F-4048-0507-7AC1-35185064D2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Missile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37250-0C5D-4106-F6CC-FD4EBD7F02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3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F952C9-8935-75CA-39D5-535DF40BD4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Radar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AB7C9-7AC0-A943-B31B-DAC0777BE8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2BF486-E3F6-6157-8050-90DD5DBDEB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Interceptor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25F95-762B-19E6-996D-3B442C50F0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60994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120</Words>
  <Application>Microsoft Office PowerPoint</Application>
  <PresentationFormat>Widescreen</PresentationFormat>
  <Paragraphs>23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1_Custom Design</vt:lpstr>
      <vt:lpstr>Apogee Simulation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Jestel</dc:creator>
  <cp:lastModifiedBy>Jeremy Jestel</cp:lastModifiedBy>
  <cp:revision>1</cp:revision>
  <dcterms:created xsi:type="dcterms:W3CDTF">2026-09-29T02:49:56Z</dcterms:created>
  <dcterms:modified xsi:type="dcterms:W3CDTF">2026-09-29T04:03:36Z</dcterms:modified>
</cp:coreProperties>
</file>