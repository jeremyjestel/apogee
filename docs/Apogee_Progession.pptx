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3" r:id="rId4"/>
    <p:sldId id="274" r:id="rId5"/>
    <p:sldId id="275" r:id="rId6"/>
    <p:sldId id="259" r:id="rId7"/>
    <p:sldId id="265" r:id="rId8"/>
    <p:sldId id="266" r:id="rId9"/>
    <p:sldId id="260" r:id="rId10"/>
    <p:sldId id="267" r:id="rId11"/>
    <p:sldId id="268" r:id="rId12"/>
    <p:sldId id="261" r:id="rId13"/>
    <p:sldId id="271" r:id="rId14"/>
    <p:sldId id="272" r:id="rId15"/>
    <p:sldId id="262" r:id="rId16"/>
    <p:sldId id="269" r:id="rId17"/>
    <p:sldId id="270" r:id="rId18"/>
    <p:sldId id="276" r:id="rId19"/>
    <p:sldId id="277" r:id="rId20"/>
    <p:sldId id="278" r:id="rId21"/>
    <p:sldId id="284" r:id="rId22"/>
    <p:sldId id="283" r:id="rId23"/>
    <p:sldId id="282" r:id="rId24"/>
    <p:sldId id="281" r:id="rId25"/>
    <p:sldId id="279" r:id="rId26"/>
    <p:sldId id="280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88DE7B-4153-4DD5-8CD8-49B431BF79F3}" v="4" dt="2026-10-14T01:08:42.6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70" d="100"/>
          <a:sy n="70" d="100"/>
        </p:scale>
        <p:origin x="48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remy Jestel" userId="f12305450eb37733" providerId="LiveId" clId="{5A341855-0C93-42C0-8589-13149EEF218B}"/>
    <pc:docChg chg="undo custSel addSld delSld modSld">
      <pc:chgData name="Jeremy Jestel" userId="f12305450eb37733" providerId="LiveId" clId="{5A341855-0C93-42C0-8589-13149EEF218B}" dt="2026-10-14T01:24:07.984" v="3004" actId="20577"/>
      <pc:docMkLst>
        <pc:docMk/>
      </pc:docMkLst>
      <pc:sldChg chg="modSp mod">
        <pc:chgData name="Jeremy Jestel" userId="f12305450eb37733" providerId="LiveId" clId="{5A341855-0C93-42C0-8589-13149EEF218B}" dt="2026-10-05T23:16:46.953" v="17" actId="20577"/>
        <pc:sldMkLst>
          <pc:docMk/>
          <pc:sldMk cId="3218313101" sldId="256"/>
        </pc:sldMkLst>
        <pc:spChg chg="mod">
          <ac:chgData name="Jeremy Jestel" userId="f12305450eb37733" providerId="LiveId" clId="{5A341855-0C93-42C0-8589-13149EEF218B}" dt="2026-10-05T23:16:46.953" v="17" actId="20577"/>
          <ac:spMkLst>
            <pc:docMk/>
            <pc:sldMk cId="3218313101" sldId="256"/>
            <ac:spMk id="2" creationId="{8AFC6E7C-31C2-EFC3-42A3-5EB5DA014643}"/>
          </ac:spMkLst>
        </pc:spChg>
      </pc:sldChg>
      <pc:sldChg chg="modSp new mod">
        <pc:chgData name="Jeremy Jestel" userId="f12305450eb37733" providerId="LiveId" clId="{5A341855-0C93-42C0-8589-13149EEF218B}" dt="2026-10-05T23:17:54.258" v="292" actId="20577"/>
        <pc:sldMkLst>
          <pc:docMk/>
          <pc:sldMk cId="4049945487" sldId="257"/>
        </pc:sldMkLst>
        <pc:spChg chg="mod">
          <ac:chgData name="Jeremy Jestel" userId="f12305450eb37733" providerId="LiveId" clId="{5A341855-0C93-42C0-8589-13149EEF218B}" dt="2026-10-05T23:16:54.604" v="32" actId="20577"/>
          <ac:spMkLst>
            <pc:docMk/>
            <pc:sldMk cId="4049945487" sldId="257"/>
            <ac:spMk id="2" creationId="{8D4DB71B-D778-2914-B43C-533F913B9D1B}"/>
          </ac:spMkLst>
        </pc:spChg>
        <pc:spChg chg="mod">
          <ac:chgData name="Jeremy Jestel" userId="f12305450eb37733" providerId="LiveId" clId="{5A341855-0C93-42C0-8589-13149EEF218B}" dt="2026-10-05T23:17:54.258" v="292" actId="20577"/>
          <ac:spMkLst>
            <pc:docMk/>
            <pc:sldMk cId="4049945487" sldId="257"/>
            <ac:spMk id="3" creationId="{60201878-EFFB-52C0-4B1B-ED28C90E208C}"/>
          </ac:spMkLst>
        </pc:spChg>
      </pc:sldChg>
      <pc:sldChg chg="modSp new mod">
        <pc:chgData name="Jeremy Jestel" userId="f12305450eb37733" providerId="LiveId" clId="{5A341855-0C93-42C0-8589-13149EEF218B}" dt="2026-10-13T23:50:45.965" v="1730" actId="1076"/>
        <pc:sldMkLst>
          <pc:docMk/>
          <pc:sldMk cId="497690451" sldId="259"/>
        </pc:sldMkLst>
        <pc:spChg chg="mod">
          <ac:chgData name="Jeremy Jestel" userId="f12305450eb37733" providerId="LiveId" clId="{5A341855-0C93-42C0-8589-13149EEF218B}" dt="2026-10-13T23:50:45.965" v="1730" actId="1076"/>
          <ac:spMkLst>
            <pc:docMk/>
            <pc:sldMk cId="497690451" sldId="259"/>
            <ac:spMk id="2" creationId="{123AF59F-86A0-A19D-E1F2-A72865B6DB78}"/>
          </ac:spMkLst>
        </pc:spChg>
      </pc:sldChg>
      <pc:sldChg chg="modSp add mod">
        <pc:chgData name="Jeremy Jestel" userId="f12305450eb37733" providerId="LiveId" clId="{5A341855-0C93-42C0-8589-13149EEF218B}" dt="2026-10-13T23:50:52.918" v="1731" actId="1076"/>
        <pc:sldMkLst>
          <pc:docMk/>
          <pc:sldMk cId="1256370275" sldId="260"/>
        </pc:sldMkLst>
        <pc:spChg chg="mod">
          <ac:chgData name="Jeremy Jestel" userId="f12305450eb37733" providerId="LiveId" clId="{5A341855-0C93-42C0-8589-13149EEF218B}" dt="2026-10-13T23:50:52.918" v="1731" actId="1076"/>
          <ac:spMkLst>
            <pc:docMk/>
            <pc:sldMk cId="1256370275" sldId="260"/>
            <ac:spMk id="2" creationId="{37910598-C7ED-84E2-49E5-F8B92D38D089}"/>
          </ac:spMkLst>
        </pc:spChg>
      </pc:sldChg>
      <pc:sldChg chg="modSp add mod">
        <pc:chgData name="Jeremy Jestel" userId="f12305450eb37733" providerId="LiveId" clId="{5A341855-0C93-42C0-8589-13149EEF218B}" dt="2026-10-13T23:51:00.721" v="1734" actId="14100"/>
        <pc:sldMkLst>
          <pc:docMk/>
          <pc:sldMk cId="4052733954" sldId="261"/>
        </pc:sldMkLst>
        <pc:spChg chg="mod">
          <ac:chgData name="Jeremy Jestel" userId="f12305450eb37733" providerId="LiveId" clId="{5A341855-0C93-42C0-8589-13149EEF218B}" dt="2026-10-13T23:51:00.721" v="1734" actId="14100"/>
          <ac:spMkLst>
            <pc:docMk/>
            <pc:sldMk cId="4052733954" sldId="261"/>
            <ac:spMk id="2" creationId="{A12DDD5C-0161-F23C-8C9E-F73200C2E0CD}"/>
          </ac:spMkLst>
        </pc:spChg>
      </pc:sldChg>
      <pc:sldChg chg="modSp add mod">
        <pc:chgData name="Jeremy Jestel" userId="f12305450eb37733" providerId="LiveId" clId="{5A341855-0C93-42C0-8589-13149EEF218B}" dt="2026-10-13T23:51:06.474" v="1735" actId="1076"/>
        <pc:sldMkLst>
          <pc:docMk/>
          <pc:sldMk cId="2635012408" sldId="262"/>
        </pc:sldMkLst>
        <pc:spChg chg="mod">
          <ac:chgData name="Jeremy Jestel" userId="f12305450eb37733" providerId="LiveId" clId="{5A341855-0C93-42C0-8589-13149EEF218B}" dt="2026-10-13T23:51:06.474" v="1735" actId="1076"/>
          <ac:spMkLst>
            <pc:docMk/>
            <pc:sldMk cId="2635012408" sldId="262"/>
            <ac:spMk id="2" creationId="{15C0FA39-8116-D64A-21F6-420A283F0048}"/>
          </ac:spMkLst>
        </pc:spChg>
      </pc:sldChg>
      <pc:sldChg chg="modSp add mod">
        <pc:chgData name="Jeremy Jestel" userId="f12305450eb37733" providerId="LiveId" clId="{5A341855-0C93-42C0-8589-13149EEF218B}" dt="2026-10-12T19:18:18.643" v="404" actId="20577"/>
        <pc:sldMkLst>
          <pc:docMk/>
          <pc:sldMk cId="2783873779" sldId="265"/>
        </pc:sldMkLst>
        <pc:spChg chg="mod">
          <ac:chgData name="Jeremy Jestel" userId="f12305450eb37733" providerId="LiveId" clId="{5A341855-0C93-42C0-8589-13149EEF218B}" dt="2026-10-12T19:18:18.643" v="404" actId="20577"/>
          <ac:spMkLst>
            <pc:docMk/>
            <pc:sldMk cId="2783873779" sldId="265"/>
            <ac:spMk id="2" creationId="{3E6CB228-385F-B5F1-42F8-AC0040E8C2EC}"/>
          </ac:spMkLst>
        </pc:spChg>
      </pc:sldChg>
      <pc:sldChg chg="modSp add mod">
        <pc:chgData name="Jeremy Jestel" userId="f12305450eb37733" providerId="LiveId" clId="{5A341855-0C93-42C0-8589-13149EEF218B}" dt="2026-10-12T19:23:13.062" v="709" actId="20577"/>
        <pc:sldMkLst>
          <pc:docMk/>
          <pc:sldMk cId="1555275095" sldId="266"/>
        </pc:sldMkLst>
        <pc:spChg chg="mod">
          <ac:chgData name="Jeremy Jestel" userId="f12305450eb37733" providerId="LiveId" clId="{5A341855-0C93-42C0-8589-13149EEF218B}" dt="2026-10-12T19:18:30.644" v="422" actId="20577"/>
          <ac:spMkLst>
            <pc:docMk/>
            <pc:sldMk cId="1555275095" sldId="266"/>
            <ac:spMk id="2" creationId="{1A1098A0-C42F-F46F-ABAD-E3EA1F74F29A}"/>
          </ac:spMkLst>
        </pc:spChg>
        <pc:spChg chg="mod">
          <ac:chgData name="Jeremy Jestel" userId="f12305450eb37733" providerId="LiveId" clId="{5A341855-0C93-42C0-8589-13149EEF218B}" dt="2026-10-12T19:23:13.062" v="709" actId="20577"/>
          <ac:spMkLst>
            <pc:docMk/>
            <pc:sldMk cId="1555275095" sldId="266"/>
            <ac:spMk id="3" creationId="{6CB7F24B-E6BE-238D-8DCC-6388A26F2BF3}"/>
          </ac:spMkLst>
        </pc:spChg>
      </pc:sldChg>
      <pc:sldChg chg="add del">
        <pc:chgData name="Jeremy Jestel" userId="f12305450eb37733" providerId="LiveId" clId="{5A341855-0C93-42C0-8589-13149EEF218B}" dt="2026-10-12T19:18:38.247" v="425" actId="47"/>
        <pc:sldMkLst>
          <pc:docMk/>
          <pc:sldMk cId="3677102576" sldId="267"/>
        </pc:sldMkLst>
      </pc:sldChg>
      <pc:sldChg chg="add del">
        <pc:chgData name="Jeremy Jestel" userId="f12305450eb37733" providerId="LiveId" clId="{5A341855-0C93-42C0-8589-13149EEF218B}" dt="2026-10-12T19:18:38.247" v="425" actId="47"/>
        <pc:sldMkLst>
          <pc:docMk/>
          <pc:sldMk cId="625636704" sldId="268"/>
        </pc:sldMkLst>
      </pc:sldChg>
      <pc:sldChg chg="add">
        <pc:chgData name="Jeremy Jestel" userId="f12305450eb37733" providerId="LiveId" clId="{5A341855-0C93-42C0-8589-13149EEF218B}" dt="2026-10-12T19:18:44.582" v="429"/>
        <pc:sldMkLst>
          <pc:docMk/>
          <pc:sldMk cId="1515804299" sldId="269"/>
        </pc:sldMkLst>
      </pc:sldChg>
      <pc:sldChg chg="add">
        <pc:chgData name="Jeremy Jestel" userId="f12305450eb37733" providerId="LiveId" clId="{5A341855-0C93-42C0-8589-13149EEF218B}" dt="2026-10-12T19:18:44.582" v="429"/>
        <pc:sldMkLst>
          <pc:docMk/>
          <pc:sldMk cId="2745004807" sldId="270"/>
        </pc:sldMkLst>
      </pc:sldChg>
      <pc:sldChg chg="add">
        <pc:chgData name="Jeremy Jestel" userId="f12305450eb37733" providerId="LiveId" clId="{5A341855-0C93-42C0-8589-13149EEF218B}" dt="2026-10-12T19:18:45.901" v="430"/>
        <pc:sldMkLst>
          <pc:docMk/>
          <pc:sldMk cId="2670624338" sldId="271"/>
        </pc:sldMkLst>
      </pc:sldChg>
      <pc:sldChg chg="add">
        <pc:chgData name="Jeremy Jestel" userId="f12305450eb37733" providerId="LiveId" clId="{5A341855-0C93-42C0-8589-13149EEF218B}" dt="2026-10-12T19:18:45.901" v="430"/>
        <pc:sldMkLst>
          <pc:docMk/>
          <pc:sldMk cId="1431625114" sldId="272"/>
        </pc:sldMkLst>
      </pc:sldChg>
      <pc:sldChg chg="modSp add mod">
        <pc:chgData name="Jeremy Jestel" userId="f12305450eb37733" providerId="LiveId" clId="{5A341855-0C93-42C0-8589-13149EEF218B}" dt="2026-10-13T23:50:39.973" v="1729" actId="1076"/>
        <pc:sldMkLst>
          <pc:docMk/>
          <pc:sldMk cId="2935349719" sldId="273"/>
        </pc:sldMkLst>
        <pc:spChg chg="mod">
          <ac:chgData name="Jeremy Jestel" userId="f12305450eb37733" providerId="LiveId" clId="{5A341855-0C93-42C0-8589-13149EEF218B}" dt="2026-10-13T23:50:39.973" v="1729" actId="1076"/>
          <ac:spMkLst>
            <pc:docMk/>
            <pc:sldMk cId="2935349719" sldId="273"/>
            <ac:spMk id="2" creationId="{157065B4-9020-3A3E-303E-9405EE359C91}"/>
          </ac:spMkLst>
        </pc:spChg>
      </pc:sldChg>
      <pc:sldChg chg="modSp add mod">
        <pc:chgData name="Jeremy Jestel" userId="f12305450eb37733" providerId="LiveId" clId="{5A341855-0C93-42C0-8589-13149EEF218B}" dt="2026-10-12T19:41:31.517" v="897" actId="20577"/>
        <pc:sldMkLst>
          <pc:docMk/>
          <pc:sldMk cId="4165467339" sldId="274"/>
        </pc:sldMkLst>
        <pc:spChg chg="mod">
          <ac:chgData name="Jeremy Jestel" userId="f12305450eb37733" providerId="LiveId" clId="{5A341855-0C93-42C0-8589-13149EEF218B}" dt="2026-10-12T19:41:31.517" v="897" actId="20577"/>
          <ac:spMkLst>
            <pc:docMk/>
            <pc:sldMk cId="4165467339" sldId="274"/>
            <ac:spMk id="3" creationId="{E2FB64A5-C3DA-7481-BCA2-1E2072EC340C}"/>
          </ac:spMkLst>
        </pc:spChg>
      </pc:sldChg>
      <pc:sldChg chg="modSp add mod">
        <pc:chgData name="Jeremy Jestel" userId="f12305450eb37733" providerId="LiveId" clId="{5A341855-0C93-42C0-8589-13149EEF218B}" dt="2026-10-12T19:49:43.228" v="1220" actId="20577"/>
        <pc:sldMkLst>
          <pc:docMk/>
          <pc:sldMk cId="74780814" sldId="275"/>
        </pc:sldMkLst>
        <pc:spChg chg="mod">
          <ac:chgData name="Jeremy Jestel" userId="f12305450eb37733" providerId="LiveId" clId="{5A341855-0C93-42C0-8589-13149EEF218B}" dt="2026-10-12T19:49:43.228" v="1220" actId="20577"/>
          <ac:spMkLst>
            <pc:docMk/>
            <pc:sldMk cId="74780814" sldId="275"/>
            <ac:spMk id="3" creationId="{6BD1868D-38D3-020B-42CE-2B1B0BDDBE23}"/>
          </ac:spMkLst>
        </pc:spChg>
      </pc:sldChg>
      <pc:sldChg chg="modSp add mod">
        <pc:chgData name="Jeremy Jestel" userId="f12305450eb37733" providerId="LiveId" clId="{5A341855-0C93-42C0-8589-13149EEF218B}" dt="2026-10-13T23:51:18.810" v="1737" actId="1076"/>
        <pc:sldMkLst>
          <pc:docMk/>
          <pc:sldMk cId="1321306593" sldId="276"/>
        </pc:sldMkLst>
        <pc:spChg chg="mod">
          <ac:chgData name="Jeremy Jestel" userId="f12305450eb37733" providerId="LiveId" clId="{5A341855-0C93-42C0-8589-13149EEF218B}" dt="2026-10-13T23:51:18.810" v="1737" actId="1076"/>
          <ac:spMkLst>
            <pc:docMk/>
            <pc:sldMk cId="1321306593" sldId="276"/>
            <ac:spMk id="2" creationId="{E0E0C3D2-95B6-BA3D-1CD6-628D1FADD14F}"/>
          </ac:spMkLst>
        </pc:spChg>
      </pc:sldChg>
      <pc:sldChg chg="add">
        <pc:chgData name="Jeremy Jestel" userId="f12305450eb37733" providerId="LiveId" clId="{5A341855-0C93-42C0-8589-13149EEF218B}" dt="2026-10-12T19:49:50.934" v="1221"/>
        <pc:sldMkLst>
          <pc:docMk/>
          <pc:sldMk cId="1907109724" sldId="277"/>
        </pc:sldMkLst>
      </pc:sldChg>
      <pc:sldChg chg="modSp add mod">
        <pc:chgData name="Jeremy Jestel" userId="f12305450eb37733" providerId="LiveId" clId="{5A341855-0C93-42C0-8589-13149EEF218B}" dt="2026-10-13T02:39:24.913" v="1728" actId="20577"/>
        <pc:sldMkLst>
          <pc:docMk/>
          <pc:sldMk cId="2306170173" sldId="278"/>
        </pc:sldMkLst>
        <pc:spChg chg="mod">
          <ac:chgData name="Jeremy Jestel" userId="f12305450eb37733" providerId="LiveId" clId="{5A341855-0C93-42C0-8589-13149EEF218B}" dt="2026-10-13T02:39:24.913" v="1728" actId="20577"/>
          <ac:spMkLst>
            <pc:docMk/>
            <pc:sldMk cId="2306170173" sldId="278"/>
            <ac:spMk id="3" creationId="{24A664D7-233C-5DC2-9063-911776713DB9}"/>
          </ac:spMkLst>
        </pc:spChg>
      </pc:sldChg>
      <pc:sldChg chg="modSp new mod">
        <pc:chgData name="Jeremy Jestel" userId="f12305450eb37733" providerId="LiveId" clId="{5A341855-0C93-42C0-8589-13149EEF218B}" dt="2026-10-12T19:52:33.151" v="1396" actId="20577"/>
        <pc:sldMkLst>
          <pc:docMk/>
          <pc:sldMk cId="893941442" sldId="279"/>
        </pc:sldMkLst>
        <pc:spChg chg="mod">
          <ac:chgData name="Jeremy Jestel" userId="f12305450eb37733" providerId="LiveId" clId="{5A341855-0C93-42C0-8589-13149EEF218B}" dt="2026-10-12T19:52:33.151" v="1396" actId="20577"/>
          <ac:spMkLst>
            <pc:docMk/>
            <pc:sldMk cId="893941442" sldId="279"/>
            <ac:spMk id="2" creationId="{18DE167B-A416-AF8F-041B-A98D78C25FB2}"/>
          </ac:spMkLst>
        </pc:spChg>
      </pc:sldChg>
      <pc:sldChg chg="addSp modSp new mod">
        <pc:chgData name="Jeremy Jestel" userId="f12305450eb37733" providerId="LiveId" clId="{5A341855-0C93-42C0-8589-13149EEF218B}" dt="2026-10-12T19:52:59.034" v="1416" actId="20577"/>
        <pc:sldMkLst>
          <pc:docMk/>
          <pc:sldMk cId="1893937781" sldId="280"/>
        </pc:sldMkLst>
        <pc:spChg chg="mod">
          <ac:chgData name="Jeremy Jestel" userId="f12305450eb37733" providerId="LiveId" clId="{5A341855-0C93-42C0-8589-13149EEF218B}" dt="2026-10-12T19:52:59.034" v="1416" actId="20577"/>
          <ac:spMkLst>
            <pc:docMk/>
            <pc:sldMk cId="1893937781" sldId="280"/>
            <ac:spMk id="2" creationId="{3F084D8E-B8C0-2CDC-6875-96B063DF1BB4}"/>
          </ac:spMkLst>
        </pc:spChg>
        <pc:picChg chg="add mod">
          <ac:chgData name="Jeremy Jestel" userId="f12305450eb37733" providerId="LiveId" clId="{5A341855-0C93-42C0-8589-13149EEF218B}" dt="2026-10-12T19:52:48.065" v="1404" actId="1076"/>
          <ac:picMkLst>
            <pc:docMk/>
            <pc:sldMk cId="1893937781" sldId="280"/>
            <ac:picMk id="4" creationId="{0C3EA623-F2F9-00F3-3743-E0E0B9423D2E}"/>
          </ac:picMkLst>
        </pc:picChg>
      </pc:sldChg>
      <pc:sldChg chg="modSp new mod">
        <pc:chgData name="Jeremy Jestel" userId="f12305450eb37733" providerId="LiveId" clId="{5A341855-0C93-42C0-8589-13149EEF218B}" dt="2026-10-13T23:51:54.644" v="1741"/>
        <pc:sldMkLst>
          <pc:docMk/>
          <pc:sldMk cId="4128986287" sldId="281"/>
        </pc:sldMkLst>
        <pc:spChg chg="mod">
          <ac:chgData name="Jeremy Jestel" userId="f12305450eb37733" providerId="LiveId" clId="{5A341855-0C93-42C0-8589-13149EEF218B}" dt="2026-10-12T19:56:02.495" v="1468" actId="20577"/>
          <ac:spMkLst>
            <pc:docMk/>
            <pc:sldMk cId="4128986287" sldId="281"/>
            <ac:spMk id="2" creationId="{269FB068-6AD7-6770-B2A7-107A9F4366FC}"/>
          </ac:spMkLst>
        </pc:spChg>
        <pc:spChg chg="mod">
          <ac:chgData name="Jeremy Jestel" userId="f12305450eb37733" providerId="LiveId" clId="{5A341855-0C93-42C0-8589-13149EEF218B}" dt="2026-10-13T23:51:54.644" v="1741"/>
          <ac:spMkLst>
            <pc:docMk/>
            <pc:sldMk cId="4128986287" sldId="281"/>
            <ac:spMk id="3" creationId="{857A8299-9CED-A1FE-0C2C-CB75D4FCE0BB}"/>
          </ac:spMkLst>
        </pc:spChg>
      </pc:sldChg>
      <pc:sldChg chg="modSp new add del mod">
        <pc:chgData name="Jeremy Jestel" userId="f12305450eb37733" providerId="LiveId" clId="{5A341855-0C93-42C0-8589-13149EEF218B}" dt="2026-10-13T23:51:26.615" v="1739" actId="14100"/>
        <pc:sldMkLst>
          <pc:docMk/>
          <pc:sldMk cId="1216898861" sldId="282"/>
        </pc:sldMkLst>
        <pc:spChg chg="mod">
          <ac:chgData name="Jeremy Jestel" userId="f12305450eb37733" providerId="LiveId" clId="{5A341855-0C93-42C0-8589-13149EEF218B}" dt="2026-10-13T23:51:26.615" v="1739" actId="14100"/>
          <ac:spMkLst>
            <pc:docMk/>
            <pc:sldMk cId="1216898861" sldId="282"/>
            <ac:spMk id="2" creationId="{2BD7E637-0A0C-B2FC-AE0E-35E5AF1998A5}"/>
          </ac:spMkLst>
        </pc:spChg>
      </pc:sldChg>
      <pc:sldChg chg="modSp new mod">
        <pc:chgData name="Jeremy Jestel" userId="f12305450eb37733" providerId="LiveId" clId="{5A341855-0C93-42C0-8589-13149EEF218B}" dt="2026-10-14T01:24:07.984" v="3004" actId="20577"/>
        <pc:sldMkLst>
          <pc:docMk/>
          <pc:sldMk cId="4060347343" sldId="283"/>
        </pc:sldMkLst>
        <pc:spChg chg="mod">
          <ac:chgData name="Jeremy Jestel" userId="f12305450eb37733" providerId="LiveId" clId="{5A341855-0C93-42C0-8589-13149EEF218B}" dt="2026-10-13T23:52:39.969" v="1802" actId="20577"/>
          <ac:spMkLst>
            <pc:docMk/>
            <pc:sldMk cId="4060347343" sldId="283"/>
            <ac:spMk id="2" creationId="{B8475666-74FD-6490-7B22-B1FC1E75E04E}"/>
          </ac:spMkLst>
        </pc:spChg>
        <pc:spChg chg="mod">
          <ac:chgData name="Jeremy Jestel" userId="f12305450eb37733" providerId="LiveId" clId="{5A341855-0C93-42C0-8589-13149EEF218B}" dt="2026-10-14T01:24:07.984" v="3004" actId="20577"/>
          <ac:spMkLst>
            <pc:docMk/>
            <pc:sldMk cId="4060347343" sldId="283"/>
            <ac:spMk id="3" creationId="{AD609CE9-6468-D8EE-A7B7-4ADA8A032E0F}"/>
          </ac:spMkLst>
        </pc:spChg>
      </pc:sldChg>
      <pc:sldChg chg="modSp new mod">
        <pc:chgData name="Jeremy Jestel" userId="f12305450eb37733" providerId="LiveId" clId="{5A341855-0C93-42C0-8589-13149EEF218B}" dt="2026-10-13T23:52:29.818" v="1778" actId="20577"/>
        <pc:sldMkLst>
          <pc:docMk/>
          <pc:sldMk cId="2641203556" sldId="284"/>
        </pc:sldMkLst>
        <pc:spChg chg="mod">
          <ac:chgData name="Jeremy Jestel" userId="f12305450eb37733" providerId="LiveId" clId="{5A341855-0C93-42C0-8589-13149EEF218B}" dt="2026-10-13T23:52:29.818" v="1778" actId="20577"/>
          <ac:spMkLst>
            <pc:docMk/>
            <pc:sldMk cId="2641203556" sldId="284"/>
            <ac:spMk id="2" creationId="{F893E47E-0152-DBA2-F5C6-81C9CDF39D3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2AFB3-5F70-6996-9856-4218185F95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96C67E-61EA-DBF8-E97C-7ADA154744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3E70BD-5A9E-3D96-1DD2-8D7453545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632EC-697C-46E2-86FC-E2DD52DD9F7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D6C1FC-870A-4E61-1486-D721243EF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E5381-F675-20FE-AE75-7D9EBDC7E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7D62D-06F4-4C0A-B679-B2329E8D12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5065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235A9-BA86-DAC9-AFEF-F6935F606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0913D-878B-B7F6-3BFB-6BE3005B0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775D6-E21F-0B9F-5AC3-C8C8875FE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632EC-697C-46E2-86FC-E2DD52DD9F7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7173D-1B75-30F2-7A55-4D4AA3896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477254-97E3-BEFA-8247-822F3BC8A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7D62D-06F4-4C0A-B679-B2329E8D12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713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D1566-234B-E275-3044-967855584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C9F9C-F655-9F20-4E2B-898F85973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AA831-A887-D3C5-71CE-2BBE13AB4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632EC-697C-46E2-86FC-E2DD52DD9F7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C8870-1FE6-9D2F-A6AF-DA102097A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D99B9-C44D-4BB7-210A-29BDE730F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7D62D-06F4-4C0A-B679-B2329E8D12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79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94FC0-AD99-DB40-2DA6-4D928450A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9A36D-BD2D-4980-5755-C510C651C3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AECEFB-6655-16E1-37FB-3F8D4AF4C2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BA13FB-3DDE-C74B-5E78-B1CC5E7CF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632EC-697C-46E2-86FC-E2DD52DD9F7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510357-2A13-0870-2DAC-BE79CE436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21B2F4-D38D-A313-1B68-BBB35AC0E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7D62D-06F4-4C0A-B679-B2329E8D12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44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AF149-362A-23D6-E7E2-75896FC5D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7E7B2-0FB8-508E-11DC-36BDA4806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54C5A-5F34-7414-F573-6346C14A7C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CF9D90-930E-B44C-EE9B-E77C5C5288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FF0164-676E-74BE-CB36-99118F074D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E304B8-1D0C-A04C-8268-F7D614999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632EC-697C-46E2-86FC-E2DD52DD9F7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2C4D44-D392-1FA1-2D74-4B786F839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C3611C-B53D-0991-3D33-7D6F22B18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7D62D-06F4-4C0A-B679-B2329E8D12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5416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36742-4BC9-17E6-CEFE-7C82B4513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2E687E-F678-80F8-673B-3F9EE4AF3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632EC-697C-46E2-86FC-E2DD52DD9F7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3F6315-95A4-A123-1D7A-155219882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4647C0-0307-36BB-02EB-A9901B55F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7D62D-06F4-4C0A-B679-B2329E8D12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115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849EBD-423D-66EE-D399-4D5A2697C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632EC-697C-46E2-86FC-E2DD52DD9F7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84FDC1-780D-08F7-B8C2-0213131FB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C9A199-B572-B7EE-149F-FAB4D3811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7D62D-06F4-4C0A-B679-B2329E8D12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915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B456D-EE9F-328E-16E7-C1CA8D5D9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B3E36-CBA7-DEB7-FFC4-F93D7A6B5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C6E515-4011-701C-667F-CAADBDB990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CBB9C5-0EEF-5382-1D0E-39ECE358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632EC-697C-46E2-86FC-E2DD52DD9F7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FEA8C9-C2A1-C4BE-4BBC-C0C2F9879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C97AEE-E976-9624-90A1-526C156A3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7D62D-06F4-4C0A-B679-B2329E8D12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1010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1ABAC-95ED-8A6F-1A89-F6E389ADD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FF85310-1FD0-5731-3377-16AEADE6ED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3E5186-2FD6-E990-EF24-FB19F00055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F2A938-DF17-7E38-4CCC-11AABAE264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632EC-697C-46E2-86FC-E2DD52DD9F7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990460-CD4B-587F-B211-6E1353CB0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E949A9-0906-9AC6-939E-7B55FEDBA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7D62D-06F4-4C0A-B679-B2329E8D12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3020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BC47F-5BAD-5FBA-FFE8-DD13ADA74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88A30F-5EB5-ADB0-A3E5-486E5F196F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1933B-841B-AC20-F2B3-F114B555F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632EC-697C-46E2-86FC-E2DD52DD9F7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9D5887-6ED7-FCC0-6BC6-55C861F6B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EE589D-8C7F-2A21-9ACD-477B20A77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7D62D-06F4-4C0A-B679-B2329E8D12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116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A348DD-E433-AFB0-96DE-9F962B0A6F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9D72F3-9266-4B35-1FF1-01D2EF416D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29376-885A-5D80-733F-D69951552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632EC-697C-46E2-86FC-E2DD52DD9F7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2373AA-DD54-CFC4-259A-DA19B51B2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60267-20AB-2595-C938-E7B73514A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7D62D-06F4-4C0A-B679-B2329E8D12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383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377D-DAB5-EDA1-1036-473570807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2347AB-75F6-ADAA-D2DF-3E16A68FFC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11394-64E1-626F-C44C-FA8D3DF70F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B632EC-697C-46E2-86FC-E2DD52DD9F7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71DA0-E07B-0A06-DE9B-5AC693C8A3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4F5ED0-E4FE-9F51-F131-1FAD61142C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57D62D-06F4-4C0A-B679-B2329E8D12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8918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C6E7C-31C2-EFC3-42A3-5EB5DA0146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Apogee Progression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A87CE5-D145-6A87-7443-EEC53C86D6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3131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DB71B-D778-2914-B43C-533F913B9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201878-EFFB-52C0-4B1B-ED28C90E20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Thought is to have two slides for each capability new feature, one explaining what it is and its significance</a:t>
            </a:r>
          </a:p>
          <a:p>
            <a:r>
              <a:rPr lang="en-US" dirty="0"/>
              <a:t>Another explaining difficulties in developing it, resources used and developer reflections</a:t>
            </a:r>
          </a:p>
        </p:txBody>
      </p:sp>
    </p:spTree>
    <p:extLst>
      <p:ext uri="{BB962C8B-B14F-4D97-AF65-F5344CB8AC3E}">
        <p14:creationId xmlns:p14="http://schemas.microsoft.com/office/powerpoint/2010/main" val="40499454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60001-E379-8EB7-24E7-CCB82C2A0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065B4-9020-3A3E-303E-9405EE359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4487" y="2712540"/>
            <a:ext cx="10515600" cy="1325563"/>
          </a:xfrm>
        </p:spPr>
        <p:txBody>
          <a:bodyPr/>
          <a:lstStyle/>
          <a:p>
            <a:r>
              <a:rPr lang="en-US" dirty="0"/>
              <a:t>Coordinate Systems And Transforms</a:t>
            </a:r>
          </a:p>
        </p:txBody>
      </p:sp>
    </p:spTree>
    <p:extLst>
      <p:ext uri="{BB962C8B-B14F-4D97-AF65-F5344CB8AC3E}">
        <p14:creationId xmlns:p14="http://schemas.microsoft.com/office/powerpoint/2010/main" val="29353497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624A1-D311-60F3-6660-B529F37D5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DBB3A-771B-0C3C-E78E-A7CA942B0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B64A5-C3DA-7481-BCA2-1E2072EC3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systems care about different coordinates</a:t>
            </a:r>
          </a:p>
          <a:p>
            <a:r>
              <a:rPr lang="en-US" dirty="0"/>
              <a:t>Choosing the right makes calculations more useful for </a:t>
            </a:r>
            <a:r>
              <a:rPr lang="en-US" dirty="0" err="1"/>
              <a:t>specifica</a:t>
            </a:r>
            <a:r>
              <a:rPr lang="en-US" dirty="0"/>
              <a:t> cases</a:t>
            </a:r>
          </a:p>
        </p:txBody>
      </p:sp>
    </p:spTree>
    <p:extLst>
      <p:ext uri="{BB962C8B-B14F-4D97-AF65-F5344CB8AC3E}">
        <p14:creationId xmlns:p14="http://schemas.microsoft.com/office/powerpoint/2010/main" val="41654673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D5631-0A62-AB59-D727-76A1E8FD3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F6BEA-5B2C-497A-78C4-B6E376BDA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Developer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1868D-38D3-020B-42CE-2B1B0BDDB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ECI versus ECEF</a:t>
            </a:r>
          </a:p>
          <a:p>
            <a:r>
              <a:rPr lang="en-US" dirty="0"/>
              <a:t>ENU versus NED</a:t>
            </a:r>
          </a:p>
          <a:p>
            <a:r>
              <a:rPr lang="en-US" dirty="0"/>
              <a:t>Since only 3 DOF assumption is pointing and velocity vector are same, important for prop nav and radar</a:t>
            </a:r>
          </a:p>
          <a:p>
            <a:r>
              <a:rPr lang="en-US" dirty="0"/>
              <a:t>Kinematic State</a:t>
            </a:r>
          </a:p>
        </p:txBody>
      </p:sp>
    </p:spTree>
    <p:extLst>
      <p:ext uri="{BB962C8B-B14F-4D97-AF65-F5344CB8AC3E}">
        <p14:creationId xmlns:p14="http://schemas.microsoft.com/office/powerpoint/2010/main" val="74780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AF59F-86A0-A19D-E1F2-A72865B6D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6183" y="2766218"/>
            <a:ext cx="10515600" cy="1325563"/>
          </a:xfrm>
        </p:spPr>
        <p:txBody>
          <a:bodyPr/>
          <a:lstStyle/>
          <a:p>
            <a:r>
              <a:rPr lang="en-US" dirty="0"/>
              <a:t>Missile Guidance With LOS</a:t>
            </a:r>
          </a:p>
        </p:txBody>
      </p:sp>
    </p:spTree>
    <p:extLst>
      <p:ext uri="{BB962C8B-B14F-4D97-AF65-F5344CB8AC3E}">
        <p14:creationId xmlns:p14="http://schemas.microsoft.com/office/powerpoint/2010/main" val="4976904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5EBFC-1256-5E78-F5F3-671A504DE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CB228-385F-B5F1-42F8-AC0040E8C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E178C-5A02-EBB0-B9DD-067B6F9EAE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8737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A7419-5BC5-5DA0-2C42-1A786B2FE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098A0-C42F-F46F-ABAD-E3EA1F74F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Developer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7F24B-E6BE-238D-8DCC-6388A26F2B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the default coordinate structure for calculations</a:t>
            </a:r>
          </a:p>
          <a:p>
            <a:r>
              <a:rPr lang="en-US" dirty="0"/>
              <a:t>Seems to be R </a:t>
            </a:r>
            <a:r>
              <a:rPr lang="en-US" dirty="0" err="1"/>
              <a:t>vec</a:t>
            </a:r>
            <a:r>
              <a:rPr lang="en-US" dirty="0"/>
              <a:t> of ECEF XYZ works, maybe use a NED coords for local</a:t>
            </a:r>
          </a:p>
          <a:p>
            <a:r>
              <a:rPr lang="en-US" dirty="0"/>
              <a:t>Best way to do the </a:t>
            </a:r>
            <a:r>
              <a:rPr lang="en-US" dirty="0" err="1"/>
              <a:t>lin</a:t>
            </a:r>
            <a:r>
              <a:rPr lang="en-US" dirty="0"/>
              <a:t> </a:t>
            </a:r>
            <a:r>
              <a:rPr lang="en-US" dirty="0" err="1"/>
              <a:t>alg</a:t>
            </a:r>
            <a:r>
              <a:rPr lang="en-US" dirty="0"/>
              <a:t> math for easy vector manipulation in C++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2750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BCD6E-9393-77DB-D42F-45B06B756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10598-C7ED-84E2-49E5-F8B92D38D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26057" y="2698892"/>
            <a:ext cx="10515600" cy="1325563"/>
          </a:xfrm>
        </p:spPr>
        <p:txBody>
          <a:bodyPr/>
          <a:lstStyle/>
          <a:p>
            <a:r>
              <a:rPr lang="en-US" dirty="0"/>
              <a:t>Missile Guidance Without LOS</a:t>
            </a:r>
          </a:p>
        </p:txBody>
      </p:sp>
    </p:spTree>
    <p:extLst>
      <p:ext uri="{BB962C8B-B14F-4D97-AF65-F5344CB8AC3E}">
        <p14:creationId xmlns:p14="http://schemas.microsoft.com/office/powerpoint/2010/main" val="12563702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5A99F-B239-2107-F033-C715A2138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B96CC-574D-0851-2E9D-16F5425A2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CE5121-CBC4-0C5B-1A51-9D11BC1C1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71025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61176-337C-4BAC-E866-E458718C7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8F709-C5E9-A373-3306-9857D9DC7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Developer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608D5-B861-EDE0-4965-9CC71A134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56367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746F5-7BB8-2FCD-2AE6-C1914929D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DDD5C-0161-F23C-8C9E-F73200C2E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6443" y="2618507"/>
            <a:ext cx="10074129" cy="1325563"/>
          </a:xfrm>
        </p:spPr>
        <p:txBody>
          <a:bodyPr/>
          <a:lstStyle/>
          <a:p>
            <a:r>
              <a:rPr lang="en-US" dirty="0"/>
              <a:t>Radar Tracking</a:t>
            </a:r>
          </a:p>
        </p:txBody>
      </p:sp>
    </p:spTree>
    <p:extLst>
      <p:ext uri="{BB962C8B-B14F-4D97-AF65-F5344CB8AC3E}">
        <p14:creationId xmlns:p14="http://schemas.microsoft.com/office/powerpoint/2010/main" val="40527339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C4140-9731-6728-ACC8-D4D855DA2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12555-D79D-D19F-58C9-AF988674E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4446C-9DBF-3A78-6570-98846E9BFC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06243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E2039-6B97-D1CB-449F-B19D47653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E6F56-54CD-9918-9973-470BFDAC1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Developer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09A1B-4C7B-3A20-E1D9-7F8E230B0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6251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DF938-1D1D-0678-51F7-F5DED296A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0FA39-8116-D64A-21F6-420A283F0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2624" y="2507824"/>
            <a:ext cx="10515600" cy="1325563"/>
          </a:xfrm>
        </p:spPr>
        <p:txBody>
          <a:bodyPr/>
          <a:lstStyle/>
          <a:p>
            <a:r>
              <a:rPr lang="en-US" dirty="0"/>
              <a:t>Satellite orbit</a:t>
            </a:r>
          </a:p>
        </p:txBody>
      </p:sp>
    </p:spTree>
    <p:extLst>
      <p:ext uri="{BB962C8B-B14F-4D97-AF65-F5344CB8AC3E}">
        <p14:creationId xmlns:p14="http://schemas.microsoft.com/office/powerpoint/2010/main" val="26350124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70C48-ECDF-4E43-486E-0629FDC61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229D4-F69F-15CA-0AAF-D09012C95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53657-B0F4-5F3B-6EA0-FA0E61D0D0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8042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3A5F4-DF64-F696-21A9-BF70F4642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CEB75-C879-DA8C-4012-BCC72FBA4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Developer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76B888-82BA-0A56-7C73-EA28DEBF8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0048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74AB5-8927-6407-4843-86E7067B7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0C3D2-95B6-BA3D-1CD6-628D1FADD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6021" y="2473704"/>
            <a:ext cx="4805149" cy="1325563"/>
          </a:xfrm>
        </p:spPr>
        <p:txBody>
          <a:bodyPr/>
          <a:lstStyle/>
          <a:p>
            <a:r>
              <a:rPr lang="en-US" dirty="0"/>
              <a:t>C++ Structure</a:t>
            </a:r>
          </a:p>
        </p:txBody>
      </p:sp>
    </p:spTree>
    <p:extLst>
      <p:ext uri="{BB962C8B-B14F-4D97-AF65-F5344CB8AC3E}">
        <p14:creationId xmlns:p14="http://schemas.microsoft.com/office/powerpoint/2010/main" val="13213065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355F9-A3F1-EA34-AC4A-DEA240A71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8248B-3F51-B58F-DBC9-0A845F22D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43CE73-65EA-5E35-086A-D1D1A65E87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71097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E654-3B5C-5EE3-5500-207BC84F7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5AA9F-6A94-3F1C-D97E-F08DC8945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Developer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664D7-233C-5DC2-9063-911776713D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C++ Eigen to do </a:t>
            </a:r>
            <a:r>
              <a:rPr lang="en-US" dirty="0" err="1"/>
              <a:t>Matlab</a:t>
            </a:r>
            <a:r>
              <a:rPr lang="en-US" dirty="0"/>
              <a:t> adjacent vector calculations</a:t>
            </a:r>
          </a:p>
          <a:p>
            <a:r>
              <a:rPr lang="en-US" dirty="0"/>
              <a:t>Established an apogee namespace to centralize math </a:t>
            </a:r>
            <a:r>
              <a:rPr lang="en-US" dirty="0" err="1"/>
              <a:t>lin</a:t>
            </a:r>
            <a:r>
              <a:rPr lang="en-US" dirty="0"/>
              <a:t> </a:t>
            </a:r>
            <a:r>
              <a:rPr lang="en-US" dirty="0" err="1"/>
              <a:t>alg</a:t>
            </a:r>
            <a:r>
              <a:rPr lang="en-US" dirty="0"/>
              <a:t> types</a:t>
            </a:r>
          </a:p>
          <a:p>
            <a:r>
              <a:rPr lang="en-US" dirty="0"/>
              <a:t>Creating an apogee namespace</a:t>
            </a:r>
          </a:p>
          <a:p>
            <a:r>
              <a:rPr lang="en-US" dirty="0"/>
              <a:t>What is the bounds of what should be in namespace?</a:t>
            </a:r>
          </a:p>
        </p:txBody>
      </p:sp>
    </p:spTree>
    <p:extLst>
      <p:ext uri="{BB962C8B-B14F-4D97-AF65-F5344CB8AC3E}">
        <p14:creationId xmlns:p14="http://schemas.microsoft.com/office/powerpoint/2010/main" val="23061701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3E47E-0152-DBA2-F5C6-81C9CDF39D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35119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Problems Overcome</a:t>
            </a:r>
          </a:p>
        </p:txBody>
      </p:sp>
    </p:spTree>
    <p:extLst>
      <p:ext uri="{BB962C8B-B14F-4D97-AF65-F5344CB8AC3E}">
        <p14:creationId xmlns:p14="http://schemas.microsoft.com/office/powerpoint/2010/main" val="26412035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75666-74FD-6490-7B22-B1FC1E75E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Earth Occlusion of LOS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609CE9-6468-D8EE-A7B7-4ADA8A032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How do I calculate whether or not 2 bodies (points) have LOS or are occluded by the earth using </a:t>
            </a:r>
            <a:r>
              <a:rPr lang="en-US" sz="1800" dirty="0" err="1"/>
              <a:t>lin</a:t>
            </a:r>
            <a:r>
              <a:rPr lang="en-US" sz="1800" dirty="0"/>
              <a:t> </a:t>
            </a:r>
            <a:r>
              <a:rPr lang="en-US" sz="1800" dirty="0" err="1"/>
              <a:t>alg</a:t>
            </a:r>
            <a:r>
              <a:rPr lang="en-US" sz="1800" dirty="0"/>
              <a:t>?</a:t>
            </a:r>
          </a:p>
          <a:p>
            <a:r>
              <a:rPr lang="en-US" sz="1800" dirty="0"/>
              <a:t>Pointing Vector is d =  B-A  </a:t>
            </a:r>
          </a:p>
          <a:p>
            <a:r>
              <a:rPr lang="en-US" sz="1800" dirty="0"/>
              <a:t>Treat vector pointing A to B is D(t) = ||A + td||</a:t>
            </a:r>
          </a:p>
          <a:p>
            <a:r>
              <a:rPr lang="en-US" sz="1800" dirty="0"/>
              <a:t>Minimizing the square has simpler math properties, would have to use chain rule without square</a:t>
            </a:r>
          </a:p>
          <a:p>
            <a:r>
              <a:rPr lang="en-US" sz="1800" dirty="0"/>
              <a:t>D^2(t)= A dot A + 2t (A dot d) + t^2 (d dot d)  Squaring norm is same as dotting norm with self</a:t>
            </a:r>
          </a:p>
          <a:p>
            <a:r>
              <a:rPr lang="en-US" sz="1800" dirty="0"/>
              <a:t>d/dt D^2’(t) = 2t (d dot d) + 2 (A dot d)</a:t>
            </a:r>
          </a:p>
          <a:p>
            <a:r>
              <a:rPr lang="en-US" sz="1800" dirty="0"/>
              <a:t>0 = 2t (d dot d) + 2 (A dot d)</a:t>
            </a:r>
          </a:p>
          <a:p>
            <a:r>
              <a:rPr lang="en-US" sz="1800" dirty="0"/>
              <a:t>-(A dot d)= t(d dot d)    Can do division because dot products are scalar output</a:t>
            </a:r>
          </a:p>
          <a:p>
            <a:r>
              <a:rPr lang="en-US" sz="1800" dirty="0"/>
              <a:t>t = - (A dot d) / ||d||^2       d dot d is a norm squared</a:t>
            </a:r>
          </a:p>
          <a:p>
            <a:r>
              <a:rPr lang="en-US" sz="1800" dirty="0"/>
              <a:t>Can then calculate that point and if its norm is &lt; radius of </a:t>
            </a:r>
            <a:r>
              <a:rPr lang="en-US" sz="1800"/>
              <a:t>earth then no LOS</a:t>
            </a:r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0603473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7E637-0A0C-B2FC-AE0E-35E5AF199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2499" y="2705716"/>
            <a:ext cx="4882941" cy="1325563"/>
          </a:xfrm>
        </p:spPr>
        <p:txBody>
          <a:bodyPr/>
          <a:lstStyle/>
          <a:p>
            <a:r>
              <a:rPr lang="en-US" dirty="0" err="1"/>
              <a:t>Misc</a:t>
            </a:r>
            <a:r>
              <a:rPr lang="en-US" dirty="0"/>
              <a:t> Loose Ends</a:t>
            </a:r>
          </a:p>
        </p:txBody>
      </p:sp>
    </p:spTree>
    <p:extLst>
      <p:ext uri="{BB962C8B-B14F-4D97-AF65-F5344CB8AC3E}">
        <p14:creationId xmlns:p14="http://schemas.microsoft.com/office/powerpoint/2010/main" val="12168988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FB068-6AD7-6770-B2A7-107A9F436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A8299-9CED-A1FE-0C2C-CB75D4FCE0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Const Expr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89862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E167B-A416-AF8F-041B-A98D78C25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Development References</a:t>
            </a:r>
          </a:p>
        </p:txBody>
      </p:sp>
    </p:spTree>
    <p:extLst>
      <p:ext uri="{BB962C8B-B14F-4D97-AF65-F5344CB8AC3E}">
        <p14:creationId xmlns:p14="http://schemas.microsoft.com/office/powerpoint/2010/main" val="8939414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84D8E-B8C0-2CDC-6875-96B063DF1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 Syntax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3EA623-F2F9-00F3-3743-E0E0B9423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116" y="1754763"/>
            <a:ext cx="5844111" cy="4908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9377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11647</TotalTime>
  <Words>404</Words>
  <Application>Microsoft Office PowerPoint</Application>
  <PresentationFormat>Widescreen</PresentationFormat>
  <Paragraphs>56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Aptos Display</vt:lpstr>
      <vt:lpstr>Arial</vt:lpstr>
      <vt:lpstr>Office Theme</vt:lpstr>
      <vt:lpstr>Apogee Progression</vt:lpstr>
      <vt:lpstr>Idea</vt:lpstr>
      <vt:lpstr>Coordinate Systems And Transforms</vt:lpstr>
      <vt:lpstr>Feature Description</vt:lpstr>
      <vt:lpstr>Developer Notes</vt:lpstr>
      <vt:lpstr>Missile Guidance With LOS</vt:lpstr>
      <vt:lpstr>Feature Description</vt:lpstr>
      <vt:lpstr>Developer Notes</vt:lpstr>
      <vt:lpstr>Missile Guidance Without LOS</vt:lpstr>
      <vt:lpstr>Feature Description</vt:lpstr>
      <vt:lpstr>Developer Notes</vt:lpstr>
      <vt:lpstr>Radar Tracking</vt:lpstr>
      <vt:lpstr>Feature Description</vt:lpstr>
      <vt:lpstr>Developer Notes</vt:lpstr>
      <vt:lpstr>Satellite orbit</vt:lpstr>
      <vt:lpstr>Feature Description</vt:lpstr>
      <vt:lpstr>Developer Notes</vt:lpstr>
      <vt:lpstr>C++ Structure</vt:lpstr>
      <vt:lpstr>Feature Description</vt:lpstr>
      <vt:lpstr>Developer Notes</vt:lpstr>
      <vt:lpstr>Problems Overcome</vt:lpstr>
      <vt:lpstr>Earth Occlusion of LOS</vt:lpstr>
      <vt:lpstr>Misc Loose Ends</vt:lpstr>
      <vt:lpstr>Coding</vt:lpstr>
      <vt:lpstr>Development References</vt:lpstr>
      <vt:lpstr>Eigen Syntax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Jeremy Jestel</dc:creator>
  <cp:lastModifiedBy>Jeremy Jestel</cp:lastModifiedBy>
  <cp:revision>1</cp:revision>
  <dcterms:created xsi:type="dcterms:W3CDTF">2026-10-05T23:16:42Z</dcterms:created>
  <dcterms:modified xsi:type="dcterms:W3CDTF">2026-10-14T01:24:17Z</dcterms:modified>
</cp:coreProperties>
</file>