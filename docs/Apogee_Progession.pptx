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86" r:id="rId5"/>
    <p:sldId id="287" r:id="rId6"/>
    <p:sldId id="285" r:id="rId7"/>
    <p:sldId id="274" r:id="rId8"/>
    <p:sldId id="275" r:id="rId9"/>
    <p:sldId id="259" r:id="rId10"/>
    <p:sldId id="265" r:id="rId11"/>
    <p:sldId id="266" r:id="rId12"/>
    <p:sldId id="260" r:id="rId13"/>
    <p:sldId id="267" r:id="rId14"/>
    <p:sldId id="268" r:id="rId15"/>
    <p:sldId id="261" r:id="rId16"/>
    <p:sldId id="271" r:id="rId17"/>
    <p:sldId id="272" r:id="rId18"/>
    <p:sldId id="262" r:id="rId19"/>
    <p:sldId id="269" r:id="rId20"/>
    <p:sldId id="270" r:id="rId21"/>
    <p:sldId id="276" r:id="rId22"/>
    <p:sldId id="277" r:id="rId23"/>
    <p:sldId id="278" r:id="rId24"/>
    <p:sldId id="284" r:id="rId25"/>
    <p:sldId id="283" r:id="rId26"/>
    <p:sldId id="282" r:id="rId27"/>
    <p:sldId id="281" r:id="rId28"/>
    <p:sldId id="279" r:id="rId29"/>
    <p:sldId id="28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88DE7B-4153-4DD5-8CD8-49B431BF79F3}" v="9" dt="2026-10-14T03:59:15.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59" d="100"/>
          <a:sy n="59" d="100"/>
        </p:scale>
        <p:origin x="48"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Jestel" userId="f12305450eb37733" providerId="LiveId" clId="{5A341855-0C93-42C0-8589-13149EEF218B}"/>
    <pc:docChg chg="undo custSel addSld delSld modSld">
      <pc:chgData name="Jeremy Jestel" userId="f12305450eb37733" providerId="LiveId" clId="{5A341855-0C93-42C0-8589-13149EEF218B}" dt="2026-10-14T04:11:00.091" v="4483" actId="20577"/>
      <pc:docMkLst>
        <pc:docMk/>
      </pc:docMkLst>
      <pc:sldChg chg="modSp mod">
        <pc:chgData name="Jeremy Jestel" userId="f12305450eb37733" providerId="LiveId" clId="{5A341855-0C93-42C0-8589-13149EEF218B}" dt="2026-10-05T23:16:46.953" v="17" actId="20577"/>
        <pc:sldMkLst>
          <pc:docMk/>
          <pc:sldMk cId="3218313101" sldId="256"/>
        </pc:sldMkLst>
        <pc:spChg chg="mod">
          <ac:chgData name="Jeremy Jestel" userId="f12305450eb37733" providerId="LiveId" clId="{5A341855-0C93-42C0-8589-13149EEF218B}" dt="2026-10-05T23:16:46.953" v="17" actId="20577"/>
          <ac:spMkLst>
            <pc:docMk/>
            <pc:sldMk cId="3218313101" sldId="256"/>
            <ac:spMk id="2" creationId="{8AFC6E7C-31C2-EFC3-42A3-5EB5DA014643}"/>
          </ac:spMkLst>
        </pc:spChg>
      </pc:sldChg>
      <pc:sldChg chg="modSp new mod">
        <pc:chgData name="Jeremy Jestel" userId="f12305450eb37733" providerId="LiveId" clId="{5A341855-0C93-42C0-8589-13149EEF218B}" dt="2026-10-05T23:17:54.258" v="292" actId="20577"/>
        <pc:sldMkLst>
          <pc:docMk/>
          <pc:sldMk cId="4049945487" sldId="257"/>
        </pc:sldMkLst>
        <pc:spChg chg="mod">
          <ac:chgData name="Jeremy Jestel" userId="f12305450eb37733" providerId="LiveId" clId="{5A341855-0C93-42C0-8589-13149EEF218B}" dt="2026-10-05T23:16:54.604" v="32" actId="20577"/>
          <ac:spMkLst>
            <pc:docMk/>
            <pc:sldMk cId="4049945487" sldId="257"/>
            <ac:spMk id="2" creationId="{8D4DB71B-D778-2914-B43C-533F913B9D1B}"/>
          </ac:spMkLst>
        </pc:spChg>
        <pc:spChg chg="mod">
          <ac:chgData name="Jeremy Jestel" userId="f12305450eb37733" providerId="LiveId" clId="{5A341855-0C93-42C0-8589-13149EEF218B}" dt="2026-10-05T23:17:54.258" v="292" actId="20577"/>
          <ac:spMkLst>
            <pc:docMk/>
            <pc:sldMk cId="4049945487" sldId="257"/>
            <ac:spMk id="3" creationId="{60201878-EFFB-52C0-4B1B-ED28C90E208C}"/>
          </ac:spMkLst>
        </pc:spChg>
      </pc:sldChg>
      <pc:sldChg chg="modSp new mod">
        <pc:chgData name="Jeremy Jestel" userId="f12305450eb37733" providerId="LiveId" clId="{5A341855-0C93-42C0-8589-13149EEF218B}" dt="2026-10-13T23:50:45.965" v="1730" actId="1076"/>
        <pc:sldMkLst>
          <pc:docMk/>
          <pc:sldMk cId="497690451" sldId="259"/>
        </pc:sldMkLst>
        <pc:spChg chg="mod">
          <ac:chgData name="Jeremy Jestel" userId="f12305450eb37733" providerId="LiveId" clId="{5A341855-0C93-42C0-8589-13149EEF218B}" dt="2026-10-13T23:50:45.965" v="1730" actId="1076"/>
          <ac:spMkLst>
            <pc:docMk/>
            <pc:sldMk cId="497690451" sldId="259"/>
            <ac:spMk id="2" creationId="{123AF59F-86A0-A19D-E1F2-A72865B6DB78}"/>
          </ac:spMkLst>
        </pc:spChg>
      </pc:sldChg>
      <pc:sldChg chg="modSp add mod">
        <pc:chgData name="Jeremy Jestel" userId="f12305450eb37733" providerId="LiveId" clId="{5A341855-0C93-42C0-8589-13149EEF218B}" dt="2026-10-13T23:50:52.918" v="1731" actId="1076"/>
        <pc:sldMkLst>
          <pc:docMk/>
          <pc:sldMk cId="1256370275" sldId="260"/>
        </pc:sldMkLst>
        <pc:spChg chg="mod">
          <ac:chgData name="Jeremy Jestel" userId="f12305450eb37733" providerId="LiveId" clId="{5A341855-0C93-42C0-8589-13149EEF218B}" dt="2026-10-13T23:50:52.918" v="1731" actId="1076"/>
          <ac:spMkLst>
            <pc:docMk/>
            <pc:sldMk cId="1256370275" sldId="260"/>
            <ac:spMk id="2" creationId="{37910598-C7ED-84E2-49E5-F8B92D38D089}"/>
          </ac:spMkLst>
        </pc:spChg>
      </pc:sldChg>
      <pc:sldChg chg="modSp add mod">
        <pc:chgData name="Jeremy Jestel" userId="f12305450eb37733" providerId="LiveId" clId="{5A341855-0C93-42C0-8589-13149EEF218B}" dt="2026-10-13T23:51:00.721" v="1734" actId="14100"/>
        <pc:sldMkLst>
          <pc:docMk/>
          <pc:sldMk cId="4052733954" sldId="261"/>
        </pc:sldMkLst>
        <pc:spChg chg="mod">
          <ac:chgData name="Jeremy Jestel" userId="f12305450eb37733" providerId="LiveId" clId="{5A341855-0C93-42C0-8589-13149EEF218B}" dt="2026-10-13T23:51:00.721" v="1734" actId="14100"/>
          <ac:spMkLst>
            <pc:docMk/>
            <pc:sldMk cId="4052733954" sldId="261"/>
            <ac:spMk id="2" creationId="{A12DDD5C-0161-F23C-8C9E-F73200C2E0CD}"/>
          </ac:spMkLst>
        </pc:spChg>
      </pc:sldChg>
      <pc:sldChg chg="modSp add mod">
        <pc:chgData name="Jeremy Jestel" userId="f12305450eb37733" providerId="LiveId" clId="{5A341855-0C93-42C0-8589-13149EEF218B}" dt="2026-10-13T23:51:06.474" v="1735" actId="1076"/>
        <pc:sldMkLst>
          <pc:docMk/>
          <pc:sldMk cId="2635012408" sldId="262"/>
        </pc:sldMkLst>
        <pc:spChg chg="mod">
          <ac:chgData name="Jeremy Jestel" userId="f12305450eb37733" providerId="LiveId" clId="{5A341855-0C93-42C0-8589-13149EEF218B}" dt="2026-10-13T23:51:06.474" v="1735" actId="1076"/>
          <ac:spMkLst>
            <pc:docMk/>
            <pc:sldMk cId="2635012408" sldId="262"/>
            <ac:spMk id="2" creationId="{15C0FA39-8116-D64A-21F6-420A283F0048}"/>
          </ac:spMkLst>
        </pc:spChg>
      </pc:sldChg>
      <pc:sldChg chg="modSp add mod">
        <pc:chgData name="Jeremy Jestel" userId="f12305450eb37733" providerId="LiveId" clId="{5A341855-0C93-42C0-8589-13149EEF218B}" dt="2026-10-12T19:18:18.643" v="404" actId="20577"/>
        <pc:sldMkLst>
          <pc:docMk/>
          <pc:sldMk cId="2783873779" sldId="265"/>
        </pc:sldMkLst>
        <pc:spChg chg="mod">
          <ac:chgData name="Jeremy Jestel" userId="f12305450eb37733" providerId="LiveId" clId="{5A341855-0C93-42C0-8589-13149EEF218B}" dt="2026-10-12T19:18:18.643" v="404" actId="20577"/>
          <ac:spMkLst>
            <pc:docMk/>
            <pc:sldMk cId="2783873779" sldId="265"/>
            <ac:spMk id="2" creationId="{3E6CB228-385F-B5F1-42F8-AC0040E8C2EC}"/>
          </ac:spMkLst>
        </pc:spChg>
      </pc:sldChg>
      <pc:sldChg chg="modSp add mod">
        <pc:chgData name="Jeremy Jestel" userId="f12305450eb37733" providerId="LiveId" clId="{5A341855-0C93-42C0-8589-13149EEF218B}" dt="2026-10-12T19:23:13.062" v="709" actId="20577"/>
        <pc:sldMkLst>
          <pc:docMk/>
          <pc:sldMk cId="1555275095" sldId="266"/>
        </pc:sldMkLst>
        <pc:spChg chg="mod">
          <ac:chgData name="Jeremy Jestel" userId="f12305450eb37733" providerId="LiveId" clId="{5A341855-0C93-42C0-8589-13149EEF218B}" dt="2026-10-12T19:18:30.644" v="422" actId="20577"/>
          <ac:spMkLst>
            <pc:docMk/>
            <pc:sldMk cId="1555275095" sldId="266"/>
            <ac:spMk id="2" creationId="{1A1098A0-C42F-F46F-ABAD-E3EA1F74F29A}"/>
          </ac:spMkLst>
        </pc:spChg>
        <pc:spChg chg="mod">
          <ac:chgData name="Jeremy Jestel" userId="f12305450eb37733" providerId="LiveId" clId="{5A341855-0C93-42C0-8589-13149EEF218B}" dt="2026-10-12T19:23:13.062" v="709" actId="20577"/>
          <ac:spMkLst>
            <pc:docMk/>
            <pc:sldMk cId="1555275095" sldId="266"/>
            <ac:spMk id="3" creationId="{6CB7F24B-E6BE-238D-8DCC-6388A26F2BF3}"/>
          </ac:spMkLst>
        </pc:spChg>
      </pc:sldChg>
      <pc:sldChg chg="add del">
        <pc:chgData name="Jeremy Jestel" userId="f12305450eb37733" providerId="LiveId" clId="{5A341855-0C93-42C0-8589-13149EEF218B}" dt="2026-10-12T19:18:38.247" v="425" actId="47"/>
        <pc:sldMkLst>
          <pc:docMk/>
          <pc:sldMk cId="3677102576" sldId="267"/>
        </pc:sldMkLst>
      </pc:sldChg>
      <pc:sldChg chg="add del">
        <pc:chgData name="Jeremy Jestel" userId="f12305450eb37733" providerId="LiveId" clId="{5A341855-0C93-42C0-8589-13149EEF218B}" dt="2026-10-12T19:18:38.247" v="425" actId="47"/>
        <pc:sldMkLst>
          <pc:docMk/>
          <pc:sldMk cId="625636704" sldId="268"/>
        </pc:sldMkLst>
      </pc:sldChg>
      <pc:sldChg chg="add">
        <pc:chgData name="Jeremy Jestel" userId="f12305450eb37733" providerId="LiveId" clId="{5A341855-0C93-42C0-8589-13149EEF218B}" dt="2026-10-12T19:18:44.582" v="429"/>
        <pc:sldMkLst>
          <pc:docMk/>
          <pc:sldMk cId="1515804299" sldId="269"/>
        </pc:sldMkLst>
      </pc:sldChg>
      <pc:sldChg chg="add">
        <pc:chgData name="Jeremy Jestel" userId="f12305450eb37733" providerId="LiveId" clId="{5A341855-0C93-42C0-8589-13149EEF218B}" dt="2026-10-12T19:18:44.582" v="429"/>
        <pc:sldMkLst>
          <pc:docMk/>
          <pc:sldMk cId="2745004807" sldId="270"/>
        </pc:sldMkLst>
      </pc:sldChg>
      <pc:sldChg chg="add">
        <pc:chgData name="Jeremy Jestel" userId="f12305450eb37733" providerId="LiveId" clId="{5A341855-0C93-42C0-8589-13149EEF218B}" dt="2026-10-12T19:18:45.901" v="430"/>
        <pc:sldMkLst>
          <pc:docMk/>
          <pc:sldMk cId="2670624338" sldId="271"/>
        </pc:sldMkLst>
      </pc:sldChg>
      <pc:sldChg chg="add">
        <pc:chgData name="Jeremy Jestel" userId="f12305450eb37733" providerId="LiveId" clId="{5A341855-0C93-42C0-8589-13149EEF218B}" dt="2026-10-12T19:18:45.901" v="430"/>
        <pc:sldMkLst>
          <pc:docMk/>
          <pc:sldMk cId="1431625114" sldId="272"/>
        </pc:sldMkLst>
      </pc:sldChg>
      <pc:sldChg chg="modSp add mod">
        <pc:chgData name="Jeremy Jestel" userId="f12305450eb37733" providerId="LiveId" clId="{5A341855-0C93-42C0-8589-13149EEF218B}" dt="2026-10-14T03:52:04.388" v="3028" actId="20577"/>
        <pc:sldMkLst>
          <pc:docMk/>
          <pc:sldMk cId="2935349719" sldId="273"/>
        </pc:sldMkLst>
        <pc:spChg chg="mod">
          <ac:chgData name="Jeremy Jestel" userId="f12305450eb37733" providerId="LiveId" clId="{5A341855-0C93-42C0-8589-13149EEF218B}" dt="2026-10-14T03:52:04.388" v="3028" actId="20577"/>
          <ac:spMkLst>
            <pc:docMk/>
            <pc:sldMk cId="2935349719" sldId="273"/>
            <ac:spMk id="2" creationId="{157065B4-9020-3A3E-303E-9405EE359C91}"/>
          </ac:spMkLst>
        </pc:spChg>
      </pc:sldChg>
      <pc:sldChg chg="modSp add mod">
        <pc:chgData name="Jeremy Jestel" userId="f12305450eb37733" providerId="LiveId" clId="{5A341855-0C93-42C0-8589-13149EEF218B}" dt="2026-10-12T19:41:31.517" v="897" actId="20577"/>
        <pc:sldMkLst>
          <pc:docMk/>
          <pc:sldMk cId="4165467339" sldId="274"/>
        </pc:sldMkLst>
        <pc:spChg chg="mod">
          <ac:chgData name="Jeremy Jestel" userId="f12305450eb37733" providerId="LiveId" clId="{5A341855-0C93-42C0-8589-13149EEF218B}" dt="2026-10-12T19:41:31.517" v="897" actId="20577"/>
          <ac:spMkLst>
            <pc:docMk/>
            <pc:sldMk cId="4165467339" sldId="274"/>
            <ac:spMk id="3" creationId="{E2FB64A5-C3DA-7481-BCA2-1E2072EC340C}"/>
          </ac:spMkLst>
        </pc:spChg>
      </pc:sldChg>
      <pc:sldChg chg="modSp add mod">
        <pc:chgData name="Jeremy Jestel" userId="f12305450eb37733" providerId="LiveId" clId="{5A341855-0C93-42C0-8589-13149EEF218B}" dt="2026-10-12T19:49:43.228" v="1220" actId="20577"/>
        <pc:sldMkLst>
          <pc:docMk/>
          <pc:sldMk cId="74780814" sldId="275"/>
        </pc:sldMkLst>
        <pc:spChg chg="mod">
          <ac:chgData name="Jeremy Jestel" userId="f12305450eb37733" providerId="LiveId" clId="{5A341855-0C93-42C0-8589-13149EEF218B}" dt="2026-10-12T19:49:43.228" v="1220" actId="20577"/>
          <ac:spMkLst>
            <pc:docMk/>
            <pc:sldMk cId="74780814" sldId="275"/>
            <ac:spMk id="3" creationId="{6BD1868D-38D3-020B-42CE-2B1B0BDDBE23}"/>
          </ac:spMkLst>
        </pc:spChg>
      </pc:sldChg>
      <pc:sldChg chg="modSp add mod">
        <pc:chgData name="Jeremy Jestel" userId="f12305450eb37733" providerId="LiveId" clId="{5A341855-0C93-42C0-8589-13149EEF218B}" dt="2026-10-13T23:51:18.810" v="1737" actId="1076"/>
        <pc:sldMkLst>
          <pc:docMk/>
          <pc:sldMk cId="1321306593" sldId="276"/>
        </pc:sldMkLst>
        <pc:spChg chg="mod">
          <ac:chgData name="Jeremy Jestel" userId="f12305450eb37733" providerId="LiveId" clId="{5A341855-0C93-42C0-8589-13149EEF218B}" dt="2026-10-13T23:51:18.810" v="1737" actId="1076"/>
          <ac:spMkLst>
            <pc:docMk/>
            <pc:sldMk cId="1321306593" sldId="276"/>
            <ac:spMk id="2" creationId="{E0E0C3D2-95B6-BA3D-1CD6-628D1FADD14F}"/>
          </ac:spMkLst>
        </pc:spChg>
      </pc:sldChg>
      <pc:sldChg chg="add">
        <pc:chgData name="Jeremy Jestel" userId="f12305450eb37733" providerId="LiveId" clId="{5A341855-0C93-42C0-8589-13149EEF218B}" dt="2026-10-12T19:49:50.934" v="1221"/>
        <pc:sldMkLst>
          <pc:docMk/>
          <pc:sldMk cId="1907109724" sldId="277"/>
        </pc:sldMkLst>
      </pc:sldChg>
      <pc:sldChg chg="modSp add mod">
        <pc:chgData name="Jeremy Jestel" userId="f12305450eb37733" providerId="LiveId" clId="{5A341855-0C93-42C0-8589-13149EEF218B}" dt="2026-10-13T02:39:24.913" v="1728" actId="20577"/>
        <pc:sldMkLst>
          <pc:docMk/>
          <pc:sldMk cId="2306170173" sldId="278"/>
        </pc:sldMkLst>
        <pc:spChg chg="mod">
          <ac:chgData name="Jeremy Jestel" userId="f12305450eb37733" providerId="LiveId" clId="{5A341855-0C93-42C0-8589-13149EEF218B}" dt="2026-10-13T02:39:24.913" v="1728" actId="20577"/>
          <ac:spMkLst>
            <pc:docMk/>
            <pc:sldMk cId="2306170173" sldId="278"/>
            <ac:spMk id="3" creationId="{24A664D7-233C-5DC2-9063-911776713DB9}"/>
          </ac:spMkLst>
        </pc:spChg>
      </pc:sldChg>
      <pc:sldChg chg="modSp new mod">
        <pc:chgData name="Jeremy Jestel" userId="f12305450eb37733" providerId="LiveId" clId="{5A341855-0C93-42C0-8589-13149EEF218B}" dt="2026-10-12T19:52:33.151" v="1396" actId="20577"/>
        <pc:sldMkLst>
          <pc:docMk/>
          <pc:sldMk cId="893941442" sldId="279"/>
        </pc:sldMkLst>
        <pc:spChg chg="mod">
          <ac:chgData name="Jeremy Jestel" userId="f12305450eb37733" providerId="LiveId" clId="{5A341855-0C93-42C0-8589-13149EEF218B}" dt="2026-10-12T19:52:33.151" v="1396" actId="20577"/>
          <ac:spMkLst>
            <pc:docMk/>
            <pc:sldMk cId="893941442" sldId="279"/>
            <ac:spMk id="2" creationId="{18DE167B-A416-AF8F-041B-A98D78C25FB2}"/>
          </ac:spMkLst>
        </pc:spChg>
      </pc:sldChg>
      <pc:sldChg chg="addSp modSp new mod">
        <pc:chgData name="Jeremy Jestel" userId="f12305450eb37733" providerId="LiveId" clId="{5A341855-0C93-42C0-8589-13149EEF218B}" dt="2026-10-12T19:52:59.034" v="1416" actId="20577"/>
        <pc:sldMkLst>
          <pc:docMk/>
          <pc:sldMk cId="1893937781" sldId="280"/>
        </pc:sldMkLst>
        <pc:spChg chg="mod">
          <ac:chgData name="Jeremy Jestel" userId="f12305450eb37733" providerId="LiveId" clId="{5A341855-0C93-42C0-8589-13149EEF218B}" dt="2026-10-12T19:52:59.034" v="1416" actId="20577"/>
          <ac:spMkLst>
            <pc:docMk/>
            <pc:sldMk cId="1893937781" sldId="280"/>
            <ac:spMk id="2" creationId="{3F084D8E-B8C0-2CDC-6875-96B063DF1BB4}"/>
          </ac:spMkLst>
        </pc:spChg>
        <pc:picChg chg="add mod">
          <ac:chgData name="Jeremy Jestel" userId="f12305450eb37733" providerId="LiveId" clId="{5A341855-0C93-42C0-8589-13149EEF218B}" dt="2026-10-12T19:52:48.065" v="1404" actId="1076"/>
          <ac:picMkLst>
            <pc:docMk/>
            <pc:sldMk cId="1893937781" sldId="280"/>
            <ac:picMk id="4" creationId="{0C3EA623-F2F9-00F3-3743-E0E0B9423D2E}"/>
          </ac:picMkLst>
        </pc:picChg>
      </pc:sldChg>
      <pc:sldChg chg="modSp new mod">
        <pc:chgData name="Jeremy Jestel" userId="f12305450eb37733" providerId="LiveId" clId="{5A341855-0C93-42C0-8589-13149EEF218B}" dt="2026-10-13T23:51:54.644" v="1741"/>
        <pc:sldMkLst>
          <pc:docMk/>
          <pc:sldMk cId="4128986287" sldId="281"/>
        </pc:sldMkLst>
        <pc:spChg chg="mod">
          <ac:chgData name="Jeremy Jestel" userId="f12305450eb37733" providerId="LiveId" clId="{5A341855-0C93-42C0-8589-13149EEF218B}" dt="2026-10-12T19:56:02.495" v="1468" actId="20577"/>
          <ac:spMkLst>
            <pc:docMk/>
            <pc:sldMk cId="4128986287" sldId="281"/>
            <ac:spMk id="2" creationId="{269FB068-6AD7-6770-B2A7-107A9F4366FC}"/>
          </ac:spMkLst>
        </pc:spChg>
        <pc:spChg chg="mod">
          <ac:chgData name="Jeremy Jestel" userId="f12305450eb37733" providerId="LiveId" clId="{5A341855-0C93-42C0-8589-13149EEF218B}" dt="2026-10-13T23:51:54.644" v="1741"/>
          <ac:spMkLst>
            <pc:docMk/>
            <pc:sldMk cId="4128986287" sldId="281"/>
            <ac:spMk id="3" creationId="{857A8299-9CED-A1FE-0C2C-CB75D4FCE0BB}"/>
          </ac:spMkLst>
        </pc:spChg>
      </pc:sldChg>
      <pc:sldChg chg="modSp new add del mod">
        <pc:chgData name="Jeremy Jestel" userId="f12305450eb37733" providerId="LiveId" clId="{5A341855-0C93-42C0-8589-13149EEF218B}" dt="2026-10-13T23:51:26.615" v="1739" actId="14100"/>
        <pc:sldMkLst>
          <pc:docMk/>
          <pc:sldMk cId="1216898861" sldId="282"/>
        </pc:sldMkLst>
        <pc:spChg chg="mod">
          <ac:chgData name="Jeremy Jestel" userId="f12305450eb37733" providerId="LiveId" clId="{5A341855-0C93-42C0-8589-13149EEF218B}" dt="2026-10-13T23:51:26.615" v="1739" actId="14100"/>
          <ac:spMkLst>
            <pc:docMk/>
            <pc:sldMk cId="1216898861" sldId="282"/>
            <ac:spMk id="2" creationId="{2BD7E637-0A0C-B2FC-AE0E-35E5AF1998A5}"/>
          </ac:spMkLst>
        </pc:spChg>
      </pc:sldChg>
      <pc:sldChg chg="modSp new mod">
        <pc:chgData name="Jeremy Jestel" userId="f12305450eb37733" providerId="LiveId" clId="{5A341855-0C93-42C0-8589-13149EEF218B}" dt="2026-10-14T01:24:07.984" v="3004" actId="20577"/>
        <pc:sldMkLst>
          <pc:docMk/>
          <pc:sldMk cId="4060347343" sldId="283"/>
        </pc:sldMkLst>
        <pc:spChg chg="mod">
          <ac:chgData name="Jeremy Jestel" userId="f12305450eb37733" providerId="LiveId" clId="{5A341855-0C93-42C0-8589-13149EEF218B}" dt="2026-10-13T23:52:39.969" v="1802" actId="20577"/>
          <ac:spMkLst>
            <pc:docMk/>
            <pc:sldMk cId="4060347343" sldId="283"/>
            <ac:spMk id="2" creationId="{B8475666-74FD-6490-7B22-B1FC1E75E04E}"/>
          </ac:spMkLst>
        </pc:spChg>
        <pc:spChg chg="mod">
          <ac:chgData name="Jeremy Jestel" userId="f12305450eb37733" providerId="LiveId" clId="{5A341855-0C93-42C0-8589-13149EEF218B}" dt="2026-10-14T01:24:07.984" v="3004" actId="20577"/>
          <ac:spMkLst>
            <pc:docMk/>
            <pc:sldMk cId="4060347343" sldId="283"/>
            <ac:spMk id="3" creationId="{AD609CE9-6468-D8EE-A7B7-4ADA8A032E0F}"/>
          </ac:spMkLst>
        </pc:spChg>
      </pc:sldChg>
      <pc:sldChg chg="modSp new mod">
        <pc:chgData name="Jeremy Jestel" userId="f12305450eb37733" providerId="LiveId" clId="{5A341855-0C93-42C0-8589-13149EEF218B}" dt="2026-10-13T23:52:29.818" v="1778" actId="20577"/>
        <pc:sldMkLst>
          <pc:docMk/>
          <pc:sldMk cId="2641203556" sldId="284"/>
        </pc:sldMkLst>
        <pc:spChg chg="mod">
          <ac:chgData name="Jeremy Jestel" userId="f12305450eb37733" providerId="LiveId" clId="{5A341855-0C93-42C0-8589-13149EEF218B}" dt="2026-10-13T23:52:29.818" v="1778" actId="20577"/>
          <ac:spMkLst>
            <pc:docMk/>
            <pc:sldMk cId="2641203556" sldId="284"/>
            <ac:spMk id="2" creationId="{F893E47E-0152-DBA2-F5C6-81C9CDF39D31}"/>
          </ac:spMkLst>
        </pc:spChg>
      </pc:sldChg>
      <pc:sldChg chg="add">
        <pc:chgData name="Jeremy Jestel" userId="f12305450eb37733" providerId="LiveId" clId="{5A341855-0C93-42C0-8589-13149EEF218B}" dt="2026-10-14T03:51:54.704" v="3005"/>
        <pc:sldMkLst>
          <pc:docMk/>
          <pc:sldMk cId="3880961570" sldId="285"/>
        </pc:sldMkLst>
      </pc:sldChg>
      <pc:sldChg chg="modSp new mod">
        <pc:chgData name="Jeremy Jestel" userId="f12305450eb37733" providerId="LiveId" clId="{5A341855-0C93-42C0-8589-13149EEF218B}" dt="2026-10-14T03:59:53.062" v="3661" actId="20577"/>
        <pc:sldMkLst>
          <pc:docMk/>
          <pc:sldMk cId="3139715625" sldId="286"/>
        </pc:sldMkLst>
        <pc:spChg chg="mod">
          <ac:chgData name="Jeremy Jestel" userId="f12305450eb37733" providerId="LiveId" clId="{5A341855-0C93-42C0-8589-13149EEF218B}" dt="2026-10-14T03:52:24.997" v="3044" actId="20577"/>
          <ac:spMkLst>
            <pc:docMk/>
            <pc:sldMk cId="3139715625" sldId="286"/>
            <ac:spMk id="2" creationId="{9111801B-6A40-1772-640F-C6E216A3ADC1}"/>
          </ac:spMkLst>
        </pc:spChg>
        <pc:spChg chg="mod">
          <ac:chgData name="Jeremy Jestel" userId="f12305450eb37733" providerId="LiveId" clId="{5A341855-0C93-42C0-8589-13149EEF218B}" dt="2026-10-14T03:59:53.062" v="3661" actId="20577"/>
          <ac:spMkLst>
            <pc:docMk/>
            <pc:sldMk cId="3139715625" sldId="286"/>
            <ac:spMk id="3" creationId="{9ED41821-5945-F8C7-9445-1A56F43FB387}"/>
          </ac:spMkLst>
        </pc:spChg>
      </pc:sldChg>
      <pc:sldChg chg="addSp modSp new mod">
        <pc:chgData name="Jeremy Jestel" userId="f12305450eb37733" providerId="LiveId" clId="{5A341855-0C93-42C0-8589-13149EEF218B}" dt="2026-10-14T04:11:00.091" v="4483" actId="20577"/>
        <pc:sldMkLst>
          <pc:docMk/>
          <pc:sldMk cId="2987790816" sldId="287"/>
        </pc:sldMkLst>
        <pc:spChg chg="mod">
          <ac:chgData name="Jeremy Jestel" userId="f12305450eb37733" providerId="LiveId" clId="{5A341855-0C93-42C0-8589-13149EEF218B}" dt="2026-10-14T04:00:33.124" v="3687" actId="20577"/>
          <ac:spMkLst>
            <pc:docMk/>
            <pc:sldMk cId="2987790816" sldId="287"/>
            <ac:spMk id="2" creationId="{0EDD1904-E6E4-C5D7-7A69-DDB37B0314C5}"/>
          </ac:spMkLst>
        </pc:spChg>
        <pc:spChg chg="mod">
          <ac:chgData name="Jeremy Jestel" userId="f12305450eb37733" providerId="LiveId" clId="{5A341855-0C93-42C0-8589-13149EEF218B}" dt="2026-10-14T04:11:00.091" v="4483" actId="20577"/>
          <ac:spMkLst>
            <pc:docMk/>
            <pc:sldMk cId="2987790816" sldId="287"/>
            <ac:spMk id="3" creationId="{68EDBE33-97E2-A95E-5CF4-85FE479A817D}"/>
          </ac:spMkLst>
        </pc:spChg>
        <pc:picChg chg="add mod">
          <ac:chgData name="Jeremy Jestel" userId="f12305450eb37733" providerId="LiveId" clId="{5A341855-0C93-42C0-8589-13149EEF218B}" dt="2026-10-14T04:08:11.028" v="3945" actId="1076"/>
          <ac:picMkLst>
            <pc:docMk/>
            <pc:sldMk cId="2987790816" sldId="287"/>
            <ac:picMk id="5" creationId="{A4BCE60F-1BBF-5539-2529-FA7F7DBC83C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AFB3-5F70-6996-9856-4218185F95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96C67E-61EA-DBF8-E97C-7ADA15474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3E70BD-5A9E-3D96-1DD2-8D74535456D7}"/>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5" name="Footer Placeholder 4">
            <a:extLst>
              <a:ext uri="{FF2B5EF4-FFF2-40B4-BE49-F238E27FC236}">
                <a16:creationId xmlns:a16="http://schemas.microsoft.com/office/drawing/2014/main" id="{31D6C1FC-870A-4E61-1486-D721243EFE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E5381-F675-20FE-AE75-7D9EBDC7E2C0}"/>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4127506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235A9-BA86-DAC9-AFEF-F6935F606F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60913D-878B-B7F6-3BFB-6BE3005B08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775D6-E21F-0B9F-5AC3-C8C8875FE9BC}"/>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5" name="Footer Placeholder 4">
            <a:extLst>
              <a:ext uri="{FF2B5EF4-FFF2-40B4-BE49-F238E27FC236}">
                <a16:creationId xmlns:a16="http://schemas.microsoft.com/office/drawing/2014/main" id="{7FA7173D-1B75-30F2-7A55-4D4AA38967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477254-97E3-BEFA-8247-822F3BC8A5BB}"/>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1282713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D1566-234B-E275-3044-9678555840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DC9F9C-F655-9F20-4E2B-898F859731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DAA831-A887-D3C5-71CE-2BBE13AB43EE}"/>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5" name="Footer Placeholder 4">
            <a:extLst>
              <a:ext uri="{FF2B5EF4-FFF2-40B4-BE49-F238E27FC236}">
                <a16:creationId xmlns:a16="http://schemas.microsoft.com/office/drawing/2014/main" id="{5A6C8870-1FE6-9D2F-A6AF-DA102097A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99B9-C44D-4BB7-210A-29BDE730F6D9}"/>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32957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94FC0-AD99-DB40-2DA6-4D928450AB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79A36D-BD2D-4980-5755-C510C651C3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ECEFB-6655-16E1-37FB-3F8D4AF4C2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BA13FB-3DDE-C74B-5E78-B1CC5E7CF7C4}"/>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6" name="Footer Placeholder 5">
            <a:extLst>
              <a:ext uri="{FF2B5EF4-FFF2-40B4-BE49-F238E27FC236}">
                <a16:creationId xmlns:a16="http://schemas.microsoft.com/office/drawing/2014/main" id="{0B510357-2A13-0870-2DAC-BE79CE4360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21B2F4-D38D-A313-1B68-BBB35AC0EE1A}"/>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2645144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AF149-362A-23D6-E7E2-75896FC5DC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77E7B2-0FB8-508E-11DC-36BDA48062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54C5A-5F34-7414-F573-6346C14A7C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CF9D90-930E-B44C-EE9B-E77C5C5288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FF0164-676E-74BE-CB36-99118F07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304B8-1D0C-A04C-8268-F7D61499943E}"/>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8" name="Footer Placeholder 7">
            <a:extLst>
              <a:ext uri="{FF2B5EF4-FFF2-40B4-BE49-F238E27FC236}">
                <a16:creationId xmlns:a16="http://schemas.microsoft.com/office/drawing/2014/main" id="{252C4D44-D392-1FA1-2D74-4B786F8395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C3611C-B53D-0991-3D33-7D6F22B18AD6}"/>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1692541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6742-4BC9-17E6-CEFE-7C82B45135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2E687E-F678-80F8-673B-3F9EE4AF3051}"/>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4" name="Footer Placeholder 3">
            <a:extLst>
              <a:ext uri="{FF2B5EF4-FFF2-40B4-BE49-F238E27FC236}">
                <a16:creationId xmlns:a16="http://schemas.microsoft.com/office/drawing/2014/main" id="{8E3F6315-95A4-A123-1D7A-1552198821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4647C0-0307-36BB-02EB-A9901B55FDEB}"/>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1145115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849EBD-423D-66EE-D399-4D5A2697C7FB}"/>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3" name="Footer Placeholder 2">
            <a:extLst>
              <a:ext uri="{FF2B5EF4-FFF2-40B4-BE49-F238E27FC236}">
                <a16:creationId xmlns:a16="http://schemas.microsoft.com/office/drawing/2014/main" id="{F084FDC1-780D-08F7-B8C2-0213131FBB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C9A199-B572-B7EE-149F-FAB4D38113EB}"/>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952915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456D-EE9F-328E-16E7-C1CA8D5D9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EB3E36-CBA7-DEB7-FFC4-F93D7A6B5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C6E515-4011-701C-667F-CAADBDB99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CBB9C5-0EEF-5382-1D0E-39ECE358A25B}"/>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6" name="Footer Placeholder 5">
            <a:extLst>
              <a:ext uri="{FF2B5EF4-FFF2-40B4-BE49-F238E27FC236}">
                <a16:creationId xmlns:a16="http://schemas.microsoft.com/office/drawing/2014/main" id="{A7FEA8C9-C2A1-C4BE-4BBC-C0C2F9879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97AEE-E976-9624-90A1-526C156A398C}"/>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3820101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1ABAC-95ED-8A6F-1A89-F6E389ADDB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F85310-1FD0-5731-3377-16AEADE6ED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3E5186-2FD6-E990-EF24-FB19F0005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F2A938-DF17-7E38-4CCC-11AABAE26480}"/>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6" name="Footer Placeholder 5">
            <a:extLst>
              <a:ext uri="{FF2B5EF4-FFF2-40B4-BE49-F238E27FC236}">
                <a16:creationId xmlns:a16="http://schemas.microsoft.com/office/drawing/2014/main" id="{0A990460-CD4B-587F-B211-6E1353CB0C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E949A9-0906-9AC6-939E-7B55FEDBAAB6}"/>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153130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BC47F-5BAD-5FBA-FFE8-DD13ADA74A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88A30F-5EB5-ADB0-A3E5-486E5F196F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1933B-841B-AC20-F2B3-F114B555F1EA}"/>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5" name="Footer Placeholder 4">
            <a:extLst>
              <a:ext uri="{FF2B5EF4-FFF2-40B4-BE49-F238E27FC236}">
                <a16:creationId xmlns:a16="http://schemas.microsoft.com/office/drawing/2014/main" id="{9B9D5887-6ED7-FCC0-6BC6-55C861F6B0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E589D-8C7F-2A21-9ACD-477B20A77B78}"/>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3399116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A348DD-E433-AFB0-96DE-9F962B0A6F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9D72F3-9266-4B35-1FF1-01D2EF416D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29376-885A-5D80-733F-D69951552A40}"/>
              </a:ext>
            </a:extLst>
          </p:cNvPr>
          <p:cNvSpPr>
            <a:spLocks noGrp="1"/>
          </p:cNvSpPr>
          <p:nvPr>
            <p:ph type="dt" sz="half" idx="10"/>
          </p:nvPr>
        </p:nvSpPr>
        <p:spPr/>
        <p:txBody>
          <a:bodyPr/>
          <a:lstStyle/>
          <a:p>
            <a:fld id="{CEB632EC-697C-46E2-86FC-E2DD52DD9F70}" type="datetimeFigureOut">
              <a:rPr lang="en-US" smtClean="0"/>
              <a:t>10/13/2026</a:t>
            </a:fld>
            <a:endParaRPr lang="en-US"/>
          </a:p>
        </p:txBody>
      </p:sp>
      <p:sp>
        <p:nvSpPr>
          <p:cNvPr id="5" name="Footer Placeholder 4">
            <a:extLst>
              <a:ext uri="{FF2B5EF4-FFF2-40B4-BE49-F238E27FC236}">
                <a16:creationId xmlns:a16="http://schemas.microsoft.com/office/drawing/2014/main" id="{2F2373AA-DD54-CFC4-259A-DA19B51B2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60267-20AB-2595-C938-E7B73514AD42}"/>
              </a:ext>
            </a:extLst>
          </p:cNvPr>
          <p:cNvSpPr>
            <a:spLocks noGrp="1"/>
          </p:cNvSpPr>
          <p:nvPr>
            <p:ph type="sldNum" sz="quarter" idx="12"/>
          </p:nvPr>
        </p:nvSpPr>
        <p:spPr/>
        <p:txBody>
          <a:bodyPr/>
          <a:lstStyle/>
          <a:p>
            <a:fld id="{2457D62D-06F4-4C0A-B679-B2329E8D12F5}" type="slidenum">
              <a:rPr lang="en-US" smtClean="0"/>
              <a:t>‹#›</a:t>
            </a:fld>
            <a:endParaRPr lang="en-US"/>
          </a:p>
        </p:txBody>
      </p:sp>
    </p:spTree>
    <p:extLst>
      <p:ext uri="{BB962C8B-B14F-4D97-AF65-F5344CB8AC3E}">
        <p14:creationId xmlns:p14="http://schemas.microsoft.com/office/powerpoint/2010/main" val="3275383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377D-DAB5-EDA1-1036-4735708077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2347AB-75F6-ADAA-D2DF-3E16A68FFC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1394-64E1-626F-C44C-FA8D3DF70F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B632EC-697C-46E2-86FC-E2DD52DD9F70}" type="datetimeFigureOut">
              <a:rPr lang="en-US" smtClean="0"/>
              <a:t>10/13/2026</a:t>
            </a:fld>
            <a:endParaRPr lang="en-US"/>
          </a:p>
        </p:txBody>
      </p:sp>
      <p:sp>
        <p:nvSpPr>
          <p:cNvPr id="5" name="Footer Placeholder 4">
            <a:extLst>
              <a:ext uri="{FF2B5EF4-FFF2-40B4-BE49-F238E27FC236}">
                <a16:creationId xmlns:a16="http://schemas.microsoft.com/office/drawing/2014/main" id="{8F071DA0-E07B-0A06-DE9B-5AC693C8A3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4F5ED0-E4FE-9F51-F131-1FAD61142C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7D62D-06F4-4C0A-B679-B2329E8D12F5}" type="slidenum">
              <a:rPr lang="en-US" smtClean="0"/>
              <a:t>‹#›</a:t>
            </a:fld>
            <a:endParaRPr lang="en-US"/>
          </a:p>
        </p:txBody>
      </p:sp>
    </p:spTree>
    <p:extLst>
      <p:ext uri="{BB962C8B-B14F-4D97-AF65-F5344CB8AC3E}">
        <p14:creationId xmlns:p14="http://schemas.microsoft.com/office/powerpoint/2010/main" val="4287891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C6E7C-31C2-EFC3-42A3-5EB5DA014643}"/>
              </a:ext>
            </a:extLst>
          </p:cNvPr>
          <p:cNvSpPr>
            <a:spLocks noGrp="1"/>
          </p:cNvSpPr>
          <p:nvPr>
            <p:ph type="ctrTitle"/>
          </p:nvPr>
        </p:nvSpPr>
        <p:spPr/>
        <p:txBody>
          <a:bodyPr/>
          <a:lstStyle/>
          <a:p>
            <a:r>
              <a:rPr lang="en-US" dirty="0"/>
              <a:t>Apogee Progression</a:t>
            </a:r>
          </a:p>
        </p:txBody>
      </p:sp>
      <p:sp>
        <p:nvSpPr>
          <p:cNvPr id="3" name="Subtitle 2">
            <a:extLst>
              <a:ext uri="{FF2B5EF4-FFF2-40B4-BE49-F238E27FC236}">
                <a16:creationId xmlns:a16="http://schemas.microsoft.com/office/drawing/2014/main" id="{23A87CE5-D145-6A87-7443-EEC53C86D6A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8313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B71B-D778-2914-B43C-533F913B9D1B}"/>
              </a:ext>
            </a:extLst>
          </p:cNvPr>
          <p:cNvSpPr>
            <a:spLocks noGrp="1"/>
          </p:cNvSpPr>
          <p:nvPr>
            <p:ph type="title"/>
          </p:nvPr>
        </p:nvSpPr>
        <p:spPr/>
        <p:txBody>
          <a:bodyPr/>
          <a:lstStyle/>
          <a:p>
            <a:r>
              <a:rPr lang="en-US" dirty="0"/>
              <a:t>Idea</a:t>
            </a:r>
          </a:p>
        </p:txBody>
      </p:sp>
      <p:sp>
        <p:nvSpPr>
          <p:cNvPr id="3" name="Content Placeholder 2">
            <a:extLst>
              <a:ext uri="{FF2B5EF4-FFF2-40B4-BE49-F238E27FC236}">
                <a16:creationId xmlns:a16="http://schemas.microsoft.com/office/drawing/2014/main" id="{60201878-EFFB-52C0-4B1B-ED28C90E208C}"/>
              </a:ext>
            </a:extLst>
          </p:cNvPr>
          <p:cNvSpPr>
            <a:spLocks noGrp="1"/>
          </p:cNvSpPr>
          <p:nvPr>
            <p:ph idx="1"/>
          </p:nvPr>
        </p:nvSpPr>
        <p:spPr/>
        <p:txBody>
          <a:bodyPr/>
          <a:lstStyle/>
          <a:p>
            <a:r>
              <a:rPr lang="en-US" dirty="0"/>
              <a:t>Thought is to have two slides for each capability new feature, one explaining what it is and its significance</a:t>
            </a:r>
          </a:p>
          <a:p>
            <a:r>
              <a:rPr lang="en-US" dirty="0"/>
              <a:t>Another explaining difficulties in developing it, resources used and developer reflections</a:t>
            </a:r>
          </a:p>
        </p:txBody>
      </p:sp>
    </p:spTree>
    <p:extLst>
      <p:ext uri="{BB962C8B-B14F-4D97-AF65-F5344CB8AC3E}">
        <p14:creationId xmlns:p14="http://schemas.microsoft.com/office/powerpoint/2010/main" val="404994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60001-E379-8EB7-24E7-CCB82C2A0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065B4-9020-3A3E-303E-9405EE359C91}"/>
              </a:ext>
            </a:extLst>
          </p:cNvPr>
          <p:cNvSpPr>
            <a:spLocks noGrp="1"/>
          </p:cNvSpPr>
          <p:nvPr>
            <p:ph type="title"/>
          </p:nvPr>
        </p:nvSpPr>
        <p:spPr>
          <a:xfrm>
            <a:off x="1834487" y="2712540"/>
            <a:ext cx="10515600" cy="1325563"/>
          </a:xfrm>
        </p:spPr>
        <p:txBody>
          <a:bodyPr/>
          <a:lstStyle/>
          <a:p>
            <a:r>
              <a:rPr lang="en-US" dirty="0"/>
              <a:t>Simulation Architecture</a:t>
            </a:r>
          </a:p>
        </p:txBody>
      </p:sp>
    </p:spTree>
    <p:extLst>
      <p:ext uri="{BB962C8B-B14F-4D97-AF65-F5344CB8AC3E}">
        <p14:creationId xmlns:p14="http://schemas.microsoft.com/office/powerpoint/2010/main" val="2935349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801B-6A40-1772-640F-C6E216A3ADC1}"/>
              </a:ext>
            </a:extLst>
          </p:cNvPr>
          <p:cNvSpPr>
            <a:spLocks noGrp="1"/>
          </p:cNvSpPr>
          <p:nvPr>
            <p:ph type="title"/>
          </p:nvPr>
        </p:nvSpPr>
        <p:spPr/>
        <p:txBody>
          <a:bodyPr/>
          <a:lstStyle/>
          <a:p>
            <a:r>
              <a:rPr lang="en-US" dirty="0"/>
              <a:t>Main Sim Loop</a:t>
            </a:r>
          </a:p>
        </p:txBody>
      </p:sp>
      <p:sp>
        <p:nvSpPr>
          <p:cNvPr id="3" name="Content Placeholder 2">
            <a:extLst>
              <a:ext uri="{FF2B5EF4-FFF2-40B4-BE49-F238E27FC236}">
                <a16:creationId xmlns:a16="http://schemas.microsoft.com/office/drawing/2014/main" id="{9ED41821-5945-F8C7-9445-1A56F43FB387}"/>
              </a:ext>
            </a:extLst>
          </p:cNvPr>
          <p:cNvSpPr>
            <a:spLocks noGrp="1"/>
          </p:cNvSpPr>
          <p:nvPr>
            <p:ph idx="1"/>
          </p:nvPr>
        </p:nvSpPr>
        <p:spPr/>
        <p:txBody>
          <a:bodyPr>
            <a:normAutofit/>
          </a:bodyPr>
          <a:lstStyle/>
          <a:p>
            <a:r>
              <a:rPr lang="en-US" sz="1400" dirty="0"/>
              <a:t>Create Entities from scenario saved or from manually changing parameters</a:t>
            </a:r>
          </a:p>
          <a:p>
            <a:r>
              <a:rPr lang="en-US" sz="1400" dirty="0"/>
              <a:t>Loop through all timesteps</a:t>
            </a:r>
          </a:p>
          <a:p>
            <a:pPr lvl="1"/>
            <a:r>
              <a:rPr lang="en-US" sz="1400" dirty="0"/>
              <a:t>Loop through all entities</a:t>
            </a:r>
          </a:p>
          <a:p>
            <a:pPr lvl="2"/>
            <a:r>
              <a:rPr lang="en-US" sz="1400" dirty="0" err="1"/>
              <a:t>System.Update</a:t>
            </a:r>
            <a:r>
              <a:rPr lang="en-US" sz="1400" dirty="0"/>
              <a:t>() (Sensors, Guidance, Estimation, Controls)</a:t>
            </a:r>
            <a:endParaRPr lang="en-US" sz="1000" dirty="0"/>
          </a:p>
          <a:p>
            <a:pPr lvl="2"/>
            <a:r>
              <a:rPr lang="en-US" sz="1400" dirty="0"/>
              <a:t>Each system has if statements to decide which models and functions to use to get its outputs</a:t>
            </a:r>
          </a:p>
          <a:p>
            <a:pPr lvl="2"/>
            <a:endParaRPr lang="en-US" sz="1000" dirty="0"/>
          </a:p>
          <a:p>
            <a:pPr lvl="2"/>
            <a:r>
              <a:rPr lang="en-US" sz="1400" dirty="0" err="1"/>
              <a:t>System.Log</a:t>
            </a:r>
            <a:r>
              <a:rPr lang="en-US" sz="1400" dirty="0"/>
              <a:t>() (Telemetry)</a:t>
            </a:r>
          </a:p>
          <a:p>
            <a:pPr lvl="2"/>
            <a:r>
              <a:rPr lang="en-US" sz="1400" dirty="0" err="1"/>
              <a:t>System.Step</a:t>
            </a:r>
            <a:r>
              <a:rPr lang="en-US" sz="1400" dirty="0"/>
              <a:t>() (Motion)</a:t>
            </a:r>
          </a:p>
          <a:p>
            <a:pPr lvl="2"/>
            <a:r>
              <a:rPr lang="en-US" sz="1400" dirty="0"/>
              <a:t>Update Global time</a:t>
            </a:r>
          </a:p>
          <a:p>
            <a:pPr lvl="2"/>
            <a:endParaRPr lang="en-US" sz="1400" dirty="0"/>
          </a:p>
          <a:p>
            <a:pPr lvl="2"/>
            <a:endParaRPr lang="en-US" sz="1000" dirty="0"/>
          </a:p>
          <a:p>
            <a:pPr lvl="2"/>
            <a:endParaRPr lang="en-US" sz="1400" dirty="0"/>
          </a:p>
        </p:txBody>
      </p:sp>
    </p:spTree>
    <p:extLst>
      <p:ext uri="{BB962C8B-B14F-4D97-AF65-F5344CB8AC3E}">
        <p14:creationId xmlns:p14="http://schemas.microsoft.com/office/powerpoint/2010/main" val="3139715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1904-E6E4-C5D7-7A69-DDB37B0314C5}"/>
              </a:ext>
            </a:extLst>
          </p:cNvPr>
          <p:cNvSpPr>
            <a:spLocks noGrp="1"/>
          </p:cNvSpPr>
          <p:nvPr>
            <p:ph type="title"/>
          </p:nvPr>
        </p:nvSpPr>
        <p:spPr/>
        <p:txBody>
          <a:bodyPr/>
          <a:lstStyle/>
          <a:p>
            <a:r>
              <a:rPr lang="en-US" dirty="0"/>
              <a:t>Hierarchy</a:t>
            </a:r>
          </a:p>
        </p:txBody>
      </p:sp>
      <p:sp>
        <p:nvSpPr>
          <p:cNvPr id="3" name="Content Placeholder 2">
            <a:extLst>
              <a:ext uri="{FF2B5EF4-FFF2-40B4-BE49-F238E27FC236}">
                <a16:creationId xmlns:a16="http://schemas.microsoft.com/office/drawing/2014/main" id="{68EDBE33-97E2-A95E-5CF4-85FE479A817D}"/>
              </a:ext>
            </a:extLst>
          </p:cNvPr>
          <p:cNvSpPr>
            <a:spLocks noGrp="1"/>
          </p:cNvSpPr>
          <p:nvPr>
            <p:ph idx="1"/>
          </p:nvPr>
        </p:nvSpPr>
        <p:spPr/>
        <p:txBody>
          <a:bodyPr/>
          <a:lstStyle/>
          <a:p>
            <a:r>
              <a:rPr lang="en-US" dirty="0"/>
              <a:t>Entities are the top level objects with components that have state with systems which manipulate that state</a:t>
            </a:r>
          </a:p>
          <a:p>
            <a:r>
              <a:rPr lang="en-US" dirty="0"/>
              <a:t>Entities have initial state and optional list of components, (kinematics, radar, guidance)</a:t>
            </a:r>
          </a:p>
          <a:p>
            <a:r>
              <a:rPr lang="en-US" dirty="0"/>
              <a:t>Similar to work project, have standalone function for each component update, loops entities and if entity has that component then execute that string of updates, further customization done there via if </a:t>
            </a:r>
            <a:r>
              <a:rPr lang="en-US" dirty="0" err="1"/>
              <a:t>entity.motion_model.orbital</a:t>
            </a:r>
            <a:r>
              <a:rPr lang="en-US" dirty="0"/>
              <a:t>,  call system that takes in current kinematic state and control  and outputs the new </a:t>
            </a:r>
            <a:r>
              <a:rPr lang="en-US"/>
              <a:t>state with just math</a:t>
            </a:r>
            <a:endParaRPr lang="en-US" dirty="0"/>
          </a:p>
          <a:p>
            <a:endParaRPr lang="en-US" dirty="0"/>
          </a:p>
        </p:txBody>
      </p:sp>
      <p:pic>
        <p:nvPicPr>
          <p:cNvPr id="5" name="Picture 4">
            <a:extLst>
              <a:ext uri="{FF2B5EF4-FFF2-40B4-BE49-F238E27FC236}">
                <a16:creationId xmlns:a16="http://schemas.microsoft.com/office/drawing/2014/main" id="{A4BCE60F-1BBF-5539-2529-FA7F7DBC83CB}"/>
              </a:ext>
            </a:extLst>
          </p:cNvPr>
          <p:cNvPicPr>
            <a:picLocks noChangeAspect="1"/>
          </p:cNvPicPr>
          <p:nvPr/>
        </p:nvPicPr>
        <p:blipFill>
          <a:blip r:embed="rId2"/>
          <a:stretch>
            <a:fillRect/>
          </a:stretch>
        </p:blipFill>
        <p:spPr>
          <a:xfrm>
            <a:off x="9600694" y="3198966"/>
            <a:ext cx="2257442" cy="3162323"/>
          </a:xfrm>
          <a:prstGeom prst="rect">
            <a:avLst/>
          </a:prstGeom>
        </p:spPr>
      </p:pic>
    </p:spTree>
    <p:extLst>
      <p:ext uri="{BB962C8B-B14F-4D97-AF65-F5344CB8AC3E}">
        <p14:creationId xmlns:p14="http://schemas.microsoft.com/office/powerpoint/2010/main" val="2987790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F2A73-CDA1-6738-DF8D-3C4BC56B8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9C586-2035-EA6D-CAB5-46E59D735DAE}"/>
              </a:ext>
            </a:extLst>
          </p:cNvPr>
          <p:cNvSpPr>
            <a:spLocks noGrp="1"/>
          </p:cNvSpPr>
          <p:nvPr>
            <p:ph type="title"/>
          </p:nvPr>
        </p:nvSpPr>
        <p:spPr>
          <a:xfrm>
            <a:off x="1834487" y="2712540"/>
            <a:ext cx="10515600" cy="1325563"/>
          </a:xfrm>
        </p:spPr>
        <p:txBody>
          <a:bodyPr/>
          <a:lstStyle/>
          <a:p>
            <a:r>
              <a:rPr lang="en-US" dirty="0"/>
              <a:t>Coordinate Systems And Transforms</a:t>
            </a:r>
          </a:p>
        </p:txBody>
      </p:sp>
    </p:spTree>
    <p:extLst>
      <p:ext uri="{BB962C8B-B14F-4D97-AF65-F5344CB8AC3E}">
        <p14:creationId xmlns:p14="http://schemas.microsoft.com/office/powerpoint/2010/main" val="3880961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24A1-D311-60F3-6660-B529F37D5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DBB3A-771B-0C3C-E78E-A7CA942B08E6}"/>
              </a:ext>
            </a:extLst>
          </p:cNvPr>
          <p:cNvSpPr>
            <a:spLocks noGrp="1"/>
          </p:cNvSpPr>
          <p:nvPr>
            <p:ph type="title"/>
          </p:nvPr>
        </p:nvSpPr>
        <p:spPr/>
        <p:txBody>
          <a:bodyPr/>
          <a:lstStyle/>
          <a:p>
            <a:r>
              <a:rPr lang="en-US" dirty="0"/>
              <a:t>Feature Description</a:t>
            </a:r>
          </a:p>
        </p:txBody>
      </p:sp>
      <p:sp>
        <p:nvSpPr>
          <p:cNvPr id="3" name="Content Placeholder 2">
            <a:extLst>
              <a:ext uri="{FF2B5EF4-FFF2-40B4-BE49-F238E27FC236}">
                <a16:creationId xmlns:a16="http://schemas.microsoft.com/office/drawing/2014/main" id="{E2FB64A5-C3DA-7481-BCA2-1E2072EC340C}"/>
              </a:ext>
            </a:extLst>
          </p:cNvPr>
          <p:cNvSpPr>
            <a:spLocks noGrp="1"/>
          </p:cNvSpPr>
          <p:nvPr>
            <p:ph idx="1"/>
          </p:nvPr>
        </p:nvSpPr>
        <p:spPr/>
        <p:txBody>
          <a:bodyPr/>
          <a:lstStyle/>
          <a:p>
            <a:r>
              <a:rPr lang="en-US" dirty="0"/>
              <a:t>Different systems care about different coordinates</a:t>
            </a:r>
          </a:p>
          <a:p>
            <a:r>
              <a:rPr lang="en-US" dirty="0"/>
              <a:t>Choosing the right makes calculations more useful for </a:t>
            </a:r>
            <a:r>
              <a:rPr lang="en-US" dirty="0" err="1"/>
              <a:t>specifica</a:t>
            </a:r>
            <a:r>
              <a:rPr lang="en-US" dirty="0"/>
              <a:t> cases</a:t>
            </a:r>
          </a:p>
        </p:txBody>
      </p:sp>
    </p:spTree>
    <p:extLst>
      <p:ext uri="{BB962C8B-B14F-4D97-AF65-F5344CB8AC3E}">
        <p14:creationId xmlns:p14="http://schemas.microsoft.com/office/powerpoint/2010/main" val="4165467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5631-0A62-AB59-D727-76A1E8FD3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F6BEA-5B2C-497A-78C4-B6E376BDA52B}"/>
              </a:ext>
            </a:extLst>
          </p:cNvPr>
          <p:cNvSpPr>
            <a:spLocks noGrp="1"/>
          </p:cNvSpPr>
          <p:nvPr>
            <p:ph type="title"/>
          </p:nvPr>
        </p:nvSpPr>
        <p:spPr/>
        <p:txBody>
          <a:bodyPr/>
          <a:lstStyle/>
          <a:p>
            <a:r>
              <a:rPr lang="en-US" dirty="0"/>
              <a:t>Developer Notes</a:t>
            </a:r>
          </a:p>
        </p:txBody>
      </p:sp>
      <p:sp>
        <p:nvSpPr>
          <p:cNvPr id="3" name="Content Placeholder 2">
            <a:extLst>
              <a:ext uri="{FF2B5EF4-FFF2-40B4-BE49-F238E27FC236}">
                <a16:creationId xmlns:a16="http://schemas.microsoft.com/office/drawing/2014/main" id="{6BD1868D-38D3-020B-42CE-2B1B0BDDBE23}"/>
              </a:ext>
            </a:extLst>
          </p:cNvPr>
          <p:cNvSpPr>
            <a:spLocks noGrp="1"/>
          </p:cNvSpPr>
          <p:nvPr>
            <p:ph idx="1"/>
          </p:nvPr>
        </p:nvSpPr>
        <p:spPr/>
        <p:txBody>
          <a:bodyPr/>
          <a:lstStyle/>
          <a:p>
            <a:r>
              <a:rPr lang="en-US" dirty="0"/>
              <a:t>ECI versus ECEF</a:t>
            </a:r>
          </a:p>
          <a:p>
            <a:r>
              <a:rPr lang="en-US" dirty="0"/>
              <a:t>ENU versus NED</a:t>
            </a:r>
          </a:p>
          <a:p>
            <a:r>
              <a:rPr lang="en-US" dirty="0"/>
              <a:t>Since only 3 DOF assumption is pointing and velocity vector are same, important for prop nav and radar</a:t>
            </a:r>
          </a:p>
          <a:p>
            <a:r>
              <a:rPr lang="en-US" dirty="0"/>
              <a:t>Kinematic State</a:t>
            </a:r>
          </a:p>
        </p:txBody>
      </p:sp>
    </p:spTree>
    <p:extLst>
      <p:ext uri="{BB962C8B-B14F-4D97-AF65-F5344CB8AC3E}">
        <p14:creationId xmlns:p14="http://schemas.microsoft.com/office/powerpoint/2010/main" val="74780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AF59F-86A0-A19D-E1F2-A72865B6DB78}"/>
              </a:ext>
            </a:extLst>
          </p:cNvPr>
          <p:cNvSpPr>
            <a:spLocks noGrp="1"/>
          </p:cNvSpPr>
          <p:nvPr>
            <p:ph type="title"/>
          </p:nvPr>
        </p:nvSpPr>
        <p:spPr>
          <a:xfrm>
            <a:off x="2776183" y="2766218"/>
            <a:ext cx="10515600" cy="1325563"/>
          </a:xfrm>
        </p:spPr>
        <p:txBody>
          <a:bodyPr/>
          <a:lstStyle/>
          <a:p>
            <a:r>
              <a:rPr lang="en-US" dirty="0"/>
              <a:t>Missile Guidance With LOS</a:t>
            </a:r>
          </a:p>
        </p:txBody>
      </p:sp>
    </p:spTree>
    <p:extLst>
      <p:ext uri="{BB962C8B-B14F-4D97-AF65-F5344CB8AC3E}">
        <p14:creationId xmlns:p14="http://schemas.microsoft.com/office/powerpoint/2010/main" val="497690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5EBFC-1256-5E78-F5F3-671A504DE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CB228-385F-B5F1-42F8-AC0040E8C2EC}"/>
              </a:ext>
            </a:extLst>
          </p:cNvPr>
          <p:cNvSpPr>
            <a:spLocks noGrp="1"/>
          </p:cNvSpPr>
          <p:nvPr>
            <p:ph type="title"/>
          </p:nvPr>
        </p:nvSpPr>
        <p:spPr/>
        <p:txBody>
          <a:bodyPr/>
          <a:lstStyle/>
          <a:p>
            <a:r>
              <a:rPr lang="en-US" dirty="0"/>
              <a:t>Feature Description</a:t>
            </a:r>
          </a:p>
        </p:txBody>
      </p:sp>
      <p:sp>
        <p:nvSpPr>
          <p:cNvPr id="3" name="Content Placeholder 2">
            <a:extLst>
              <a:ext uri="{FF2B5EF4-FFF2-40B4-BE49-F238E27FC236}">
                <a16:creationId xmlns:a16="http://schemas.microsoft.com/office/drawing/2014/main" id="{7ECE178C-5A02-EBB0-B9DD-067B6F9EAE8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78387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A7419-5BC5-5DA0-2C42-1A786B2FE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098A0-C42F-F46F-ABAD-E3EA1F74F29A}"/>
              </a:ext>
            </a:extLst>
          </p:cNvPr>
          <p:cNvSpPr>
            <a:spLocks noGrp="1"/>
          </p:cNvSpPr>
          <p:nvPr>
            <p:ph type="title"/>
          </p:nvPr>
        </p:nvSpPr>
        <p:spPr/>
        <p:txBody>
          <a:bodyPr/>
          <a:lstStyle/>
          <a:p>
            <a:r>
              <a:rPr lang="en-US" dirty="0"/>
              <a:t>Developer Notes</a:t>
            </a:r>
          </a:p>
        </p:txBody>
      </p:sp>
      <p:sp>
        <p:nvSpPr>
          <p:cNvPr id="3" name="Content Placeholder 2">
            <a:extLst>
              <a:ext uri="{FF2B5EF4-FFF2-40B4-BE49-F238E27FC236}">
                <a16:creationId xmlns:a16="http://schemas.microsoft.com/office/drawing/2014/main" id="{6CB7F24B-E6BE-238D-8DCC-6388A26F2BF3}"/>
              </a:ext>
            </a:extLst>
          </p:cNvPr>
          <p:cNvSpPr>
            <a:spLocks noGrp="1"/>
          </p:cNvSpPr>
          <p:nvPr>
            <p:ph idx="1"/>
          </p:nvPr>
        </p:nvSpPr>
        <p:spPr/>
        <p:txBody>
          <a:bodyPr/>
          <a:lstStyle/>
          <a:p>
            <a:r>
              <a:rPr lang="en-US" dirty="0"/>
              <a:t>What is the default coordinate structure for calculations</a:t>
            </a:r>
          </a:p>
          <a:p>
            <a:r>
              <a:rPr lang="en-US" dirty="0"/>
              <a:t>Seems to be R </a:t>
            </a:r>
            <a:r>
              <a:rPr lang="en-US" dirty="0" err="1"/>
              <a:t>vec</a:t>
            </a:r>
            <a:r>
              <a:rPr lang="en-US" dirty="0"/>
              <a:t> of ECEF XYZ works, maybe use a NED coords for local</a:t>
            </a:r>
          </a:p>
          <a:p>
            <a:r>
              <a:rPr lang="en-US" dirty="0"/>
              <a:t>Best way to do the </a:t>
            </a:r>
            <a:r>
              <a:rPr lang="en-US" dirty="0" err="1"/>
              <a:t>lin</a:t>
            </a:r>
            <a:r>
              <a:rPr lang="en-US" dirty="0"/>
              <a:t> </a:t>
            </a:r>
            <a:r>
              <a:rPr lang="en-US" dirty="0" err="1"/>
              <a:t>alg</a:t>
            </a:r>
            <a:r>
              <a:rPr lang="en-US" dirty="0"/>
              <a:t> math for easy vector manipulation in C++</a:t>
            </a:r>
          </a:p>
          <a:p>
            <a:endParaRPr lang="en-US" dirty="0"/>
          </a:p>
        </p:txBody>
      </p:sp>
    </p:spTree>
    <p:extLst>
      <p:ext uri="{BB962C8B-B14F-4D97-AF65-F5344CB8AC3E}">
        <p14:creationId xmlns:p14="http://schemas.microsoft.com/office/powerpoint/2010/main" val="1555275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CD6E-9393-77DB-D42F-45B06B756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10598-C7ED-84E2-49E5-F8B92D38D089}"/>
              </a:ext>
            </a:extLst>
          </p:cNvPr>
          <p:cNvSpPr>
            <a:spLocks noGrp="1"/>
          </p:cNvSpPr>
          <p:nvPr>
            <p:ph type="title"/>
          </p:nvPr>
        </p:nvSpPr>
        <p:spPr>
          <a:xfrm>
            <a:off x="2626057" y="2698892"/>
            <a:ext cx="10515600" cy="1325563"/>
          </a:xfrm>
        </p:spPr>
        <p:txBody>
          <a:bodyPr/>
          <a:lstStyle/>
          <a:p>
            <a:r>
              <a:rPr lang="en-US" dirty="0"/>
              <a:t>Missile Guidance Without LOS</a:t>
            </a:r>
          </a:p>
        </p:txBody>
      </p:sp>
    </p:spTree>
    <p:extLst>
      <p:ext uri="{BB962C8B-B14F-4D97-AF65-F5344CB8AC3E}">
        <p14:creationId xmlns:p14="http://schemas.microsoft.com/office/powerpoint/2010/main" val="1256370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5A99F-B239-2107-F033-C715A2138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B96CC-574D-0851-2E9D-16F5425A25C8}"/>
              </a:ext>
            </a:extLst>
          </p:cNvPr>
          <p:cNvSpPr>
            <a:spLocks noGrp="1"/>
          </p:cNvSpPr>
          <p:nvPr>
            <p:ph type="title"/>
          </p:nvPr>
        </p:nvSpPr>
        <p:spPr/>
        <p:txBody>
          <a:bodyPr/>
          <a:lstStyle/>
          <a:p>
            <a:r>
              <a:rPr lang="en-US" dirty="0"/>
              <a:t>Feature Description</a:t>
            </a:r>
          </a:p>
        </p:txBody>
      </p:sp>
      <p:sp>
        <p:nvSpPr>
          <p:cNvPr id="3" name="Content Placeholder 2">
            <a:extLst>
              <a:ext uri="{FF2B5EF4-FFF2-40B4-BE49-F238E27FC236}">
                <a16:creationId xmlns:a16="http://schemas.microsoft.com/office/drawing/2014/main" id="{62CE5121-CBC4-0C5B-1A51-9D11BC1C1A1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677102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61176-337C-4BAC-E866-E458718C7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8F709-C5E9-A373-3306-9857D9DC75D4}"/>
              </a:ext>
            </a:extLst>
          </p:cNvPr>
          <p:cNvSpPr>
            <a:spLocks noGrp="1"/>
          </p:cNvSpPr>
          <p:nvPr>
            <p:ph type="title"/>
          </p:nvPr>
        </p:nvSpPr>
        <p:spPr/>
        <p:txBody>
          <a:bodyPr/>
          <a:lstStyle/>
          <a:p>
            <a:r>
              <a:rPr lang="en-US" dirty="0"/>
              <a:t>Developer Notes</a:t>
            </a:r>
          </a:p>
        </p:txBody>
      </p:sp>
      <p:sp>
        <p:nvSpPr>
          <p:cNvPr id="3" name="Content Placeholder 2">
            <a:extLst>
              <a:ext uri="{FF2B5EF4-FFF2-40B4-BE49-F238E27FC236}">
                <a16:creationId xmlns:a16="http://schemas.microsoft.com/office/drawing/2014/main" id="{75B608D5-B861-EDE0-4965-9CC71A1347C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625636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746F5-7BB8-2FCD-2AE6-C1914929D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DDD5C-0161-F23C-8C9E-F73200C2E0CD}"/>
              </a:ext>
            </a:extLst>
          </p:cNvPr>
          <p:cNvSpPr>
            <a:spLocks noGrp="1"/>
          </p:cNvSpPr>
          <p:nvPr>
            <p:ph type="title"/>
          </p:nvPr>
        </p:nvSpPr>
        <p:spPr>
          <a:xfrm>
            <a:off x="4176443" y="2618507"/>
            <a:ext cx="10074129" cy="1325563"/>
          </a:xfrm>
        </p:spPr>
        <p:txBody>
          <a:bodyPr/>
          <a:lstStyle/>
          <a:p>
            <a:r>
              <a:rPr lang="en-US" dirty="0"/>
              <a:t>Radar Tracking</a:t>
            </a:r>
          </a:p>
        </p:txBody>
      </p:sp>
    </p:spTree>
    <p:extLst>
      <p:ext uri="{BB962C8B-B14F-4D97-AF65-F5344CB8AC3E}">
        <p14:creationId xmlns:p14="http://schemas.microsoft.com/office/powerpoint/2010/main" val="4052733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C4140-9731-6728-ACC8-D4D855DA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12555-D79D-D19F-58C9-AF988674E0E0}"/>
              </a:ext>
            </a:extLst>
          </p:cNvPr>
          <p:cNvSpPr>
            <a:spLocks noGrp="1"/>
          </p:cNvSpPr>
          <p:nvPr>
            <p:ph type="title"/>
          </p:nvPr>
        </p:nvSpPr>
        <p:spPr/>
        <p:txBody>
          <a:bodyPr/>
          <a:lstStyle/>
          <a:p>
            <a:r>
              <a:rPr lang="en-US" dirty="0"/>
              <a:t>Feature Description</a:t>
            </a:r>
          </a:p>
        </p:txBody>
      </p:sp>
      <p:sp>
        <p:nvSpPr>
          <p:cNvPr id="3" name="Content Placeholder 2">
            <a:extLst>
              <a:ext uri="{FF2B5EF4-FFF2-40B4-BE49-F238E27FC236}">
                <a16:creationId xmlns:a16="http://schemas.microsoft.com/office/drawing/2014/main" id="{7BF4446C-9DBF-3A78-6570-98846E9BFCF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670624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2039-6B97-D1CB-449F-B19D47653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E6F56-54CD-9918-9973-470BFDAC17C0}"/>
              </a:ext>
            </a:extLst>
          </p:cNvPr>
          <p:cNvSpPr>
            <a:spLocks noGrp="1"/>
          </p:cNvSpPr>
          <p:nvPr>
            <p:ph type="title"/>
          </p:nvPr>
        </p:nvSpPr>
        <p:spPr/>
        <p:txBody>
          <a:bodyPr/>
          <a:lstStyle/>
          <a:p>
            <a:r>
              <a:rPr lang="en-US" dirty="0"/>
              <a:t>Developer Notes</a:t>
            </a:r>
          </a:p>
        </p:txBody>
      </p:sp>
      <p:sp>
        <p:nvSpPr>
          <p:cNvPr id="3" name="Content Placeholder 2">
            <a:extLst>
              <a:ext uri="{FF2B5EF4-FFF2-40B4-BE49-F238E27FC236}">
                <a16:creationId xmlns:a16="http://schemas.microsoft.com/office/drawing/2014/main" id="{7D809A1B-4C7B-3A20-E1D9-7F8E230B0E1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3162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F938-1D1D-0678-51F7-F5DED296A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0FA39-8116-D64A-21F6-420A283F0048}"/>
              </a:ext>
            </a:extLst>
          </p:cNvPr>
          <p:cNvSpPr>
            <a:spLocks noGrp="1"/>
          </p:cNvSpPr>
          <p:nvPr>
            <p:ph type="title"/>
          </p:nvPr>
        </p:nvSpPr>
        <p:spPr>
          <a:xfrm>
            <a:off x="4502624" y="2507824"/>
            <a:ext cx="10515600" cy="1325563"/>
          </a:xfrm>
        </p:spPr>
        <p:txBody>
          <a:bodyPr/>
          <a:lstStyle/>
          <a:p>
            <a:r>
              <a:rPr lang="en-US" dirty="0"/>
              <a:t>Satellite orbit</a:t>
            </a:r>
          </a:p>
        </p:txBody>
      </p:sp>
    </p:spTree>
    <p:extLst>
      <p:ext uri="{BB962C8B-B14F-4D97-AF65-F5344CB8AC3E}">
        <p14:creationId xmlns:p14="http://schemas.microsoft.com/office/powerpoint/2010/main" val="2635012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70C48-ECDF-4E43-486E-0629FDC61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229D4-F69F-15CA-0AAF-D09012C9537C}"/>
              </a:ext>
            </a:extLst>
          </p:cNvPr>
          <p:cNvSpPr>
            <a:spLocks noGrp="1"/>
          </p:cNvSpPr>
          <p:nvPr>
            <p:ph type="title"/>
          </p:nvPr>
        </p:nvSpPr>
        <p:spPr/>
        <p:txBody>
          <a:bodyPr/>
          <a:lstStyle/>
          <a:p>
            <a:r>
              <a:rPr lang="en-US" dirty="0"/>
              <a:t>Feature Description</a:t>
            </a:r>
          </a:p>
        </p:txBody>
      </p:sp>
      <p:sp>
        <p:nvSpPr>
          <p:cNvPr id="3" name="Content Placeholder 2">
            <a:extLst>
              <a:ext uri="{FF2B5EF4-FFF2-40B4-BE49-F238E27FC236}">
                <a16:creationId xmlns:a16="http://schemas.microsoft.com/office/drawing/2014/main" id="{CE153657-B0F4-5F3B-6EA0-FA0E61D0D06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515804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A5F4-DF64-F696-21A9-BF70F4642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CEB75-C879-DA8C-4012-BCC72FBA4A57}"/>
              </a:ext>
            </a:extLst>
          </p:cNvPr>
          <p:cNvSpPr>
            <a:spLocks noGrp="1"/>
          </p:cNvSpPr>
          <p:nvPr>
            <p:ph type="title"/>
          </p:nvPr>
        </p:nvSpPr>
        <p:spPr/>
        <p:txBody>
          <a:bodyPr/>
          <a:lstStyle/>
          <a:p>
            <a:r>
              <a:rPr lang="en-US" dirty="0"/>
              <a:t>Developer Notes</a:t>
            </a:r>
          </a:p>
        </p:txBody>
      </p:sp>
      <p:sp>
        <p:nvSpPr>
          <p:cNvPr id="3" name="Content Placeholder 2">
            <a:extLst>
              <a:ext uri="{FF2B5EF4-FFF2-40B4-BE49-F238E27FC236}">
                <a16:creationId xmlns:a16="http://schemas.microsoft.com/office/drawing/2014/main" id="{D276B888-82BA-0A56-7C73-EA28DEBF858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745004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74AB5-8927-6407-4843-86E7067B7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0C3D2-95B6-BA3D-1CD6-628D1FADD14F}"/>
              </a:ext>
            </a:extLst>
          </p:cNvPr>
          <p:cNvSpPr>
            <a:spLocks noGrp="1"/>
          </p:cNvSpPr>
          <p:nvPr>
            <p:ph type="title"/>
          </p:nvPr>
        </p:nvSpPr>
        <p:spPr>
          <a:xfrm>
            <a:off x="4216021" y="2473704"/>
            <a:ext cx="4805149" cy="1325563"/>
          </a:xfrm>
        </p:spPr>
        <p:txBody>
          <a:bodyPr/>
          <a:lstStyle/>
          <a:p>
            <a:r>
              <a:rPr lang="en-US" dirty="0"/>
              <a:t>C++ Structure</a:t>
            </a:r>
          </a:p>
        </p:txBody>
      </p:sp>
    </p:spTree>
    <p:extLst>
      <p:ext uri="{BB962C8B-B14F-4D97-AF65-F5344CB8AC3E}">
        <p14:creationId xmlns:p14="http://schemas.microsoft.com/office/powerpoint/2010/main" val="1321306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355F9-A3F1-EA34-AC4A-DEA240A71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8248B-3F51-B58F-DBC9-0A845F22D6B9}"/>
              </a:ext>
            </a:extLst>
          </p:cNvPr>
          <p:cNvSpPr>
            <a:spLocks noGrp="1"/>
          </p:cNvSpPr>
          <p:nvPr>
            <p:ph type="title"/>
          </p:nvPr>
        </p:nvSpPr>
        <p:spPr/>
        <p:txBody>
          <a:bodyPr/>
          <a:lstStyle/>
          <a:p>
            <a:r>
              <a:rPr lang="en-US" dirty="0"/>
              <a:t>Feature Description</a:t>
            </a:r>
          </a:p>
        </p:txBody>
      </p:sp>
      <p:sp>
        <p:nvSpPr>
          <p:cNvPr id="3" name="Content Placeholder 2">
            <a:extLst>
              <a:ext uri="{FF2B5EF4-FFF2-40B4-BE49-F238E27FC236}">
                <a16:creationId xmlns:a16="http://schemas.microsoft.com/office/drawing/2014/main" id="{2943CE73-65EA-5E35-086A-D1D1A65E87D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907109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1E654-3B5C-5EE3-5500-207BC84F7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5AA9F-6A94-3F1C-D97E-F08DC894501B}"/>
              </a:ext>
            </a:extLst>
          </p:cNvPr>
          <p:cNvSpPr>
            <a:spLocks noGrp="1"/>
          </p:cNvSpPr>
          <p:nvPr>
            <p:ph type="title"/>
          </p:nvPr>
        </p:nvSpPr>
        <p:spPr/>
        <p:txBody>
          <a:bodyPr/>
          <a:lstStyle/>
          <a:p>
            <a:r>
              <a:rPr lang="en-US" dirty="0"/>
              <a:t>Developer Notes</a:t>
            </a:r>
          </a:p>
        </p:txBody>
      </p:sp>
      <p:sp>
        <p:nvSpPr>
          <p:cNvPr id="3" name="Content Placeholder 2">
            <a:extLst>
              <a:ext uri="{FF2B5EF4-FFF2-40B4-BE49-F238E27FC236}">
                <a16:creationId xmlns:a16="http://schemas.microsoft.com/office/drawing/2014/main" id="{24A664D7-233C-5DC2-9063-911776713DB9}"/>
              </a:ext>
            </a:extLst>
          </p:cNvPr>
          <p:cNvSpPr>
            <a:spLocks noGrp="1"/>
          </p:cNvSpPr>
          <p:nvPr>
            <p:ph idx="1"/>
          </p:nvPr>
        </p:nvSpPr>
        <p:spPr/>
        <p:txBody>
          <a:bodyPr/>
          <a:lstStyle/>
          <a:p>
            <a:r>
              <a:rPr lang="en-US" dirty="0"/>
              <a:t>Using C++ Eigen to do </a:t>
            </a:r>
            <a:r>
              <a:rPr lang="en-US" dirty="0" err="1"/>
              <a:t>Matlab</a:t>
            </a:r>
            <a:r>
              <a:rPr lang="en-US" dirty="0"/>
              <a:t> adjacent vector calculations</a:t>
            </a:r>
          </a:p>
          <a:p>
            <a:r>
              <a:rPr lang="en-US" dirty="0"/>
              <a:t>Established an apogee namespace to centralize math </a:t>
            </a:r>
            <a:r>
              <a:rPr lang="en-US" dirty="0" err="1"/>
              <a:t>lin</a:t>
            </a:r>
            <a:r>
              <a:rPr lang="en-US" dirty="0"/>
              <a:t> </a:t>
            </a:r>
            <a:r>
              <a:rPr lang="en-US" dirty="0" err="1"/>
              <a:t>alg</a:t>
            </a:r>
            <a:r>
              <a:rPr lang="en-US" dirty="0"/>
              <a:t> types</a:t>
            </a:r>
          </a:p>
          <a:p>
            <a:r>
              <a:rPr lang="en-US" dirty="0"/>
              <a:t>Creating an apogee namespace</a:t>
            </a:r>
          </a:p>
          <a:p>
            <a:r>
              <a:rPr lang="en-US" dirty="0"/>
              <a:t>What is the bounds of what should be in namespace?</a:t>
            </a:r>
          </a:p>
        </p:txBody>
      </p:sp>
    </p:spTree>
    <p:extLst>
      <p:ext uri="{BB962C8B-B14F-4D97-AF65-F5344CB8AC3E}">
        <p14:creationId xmlns:p14="http://schemas.microsoft.com/office/powerpoint/2010/main" val="2306170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E47E-0152-DBA2-F5C6-81C9CDF39D31}"/>
              </a:ext>
            </a:extLst>
          </p:cNvPr>
          <p:cNvSpPr>
            <a:spLocks noGrp="1"/>
          </p:cNvSpPr>
          <p:nvPr>
            <p:ph type="title"/>
          </p:nvPr>
        </p:nvSpPr>
        <p:spPr>
          <a:xfrm>
            <a:off x="838200" y="2535119"/>
            <a:ext cx="10515600" cy="1325563"/>
          </a:xfrm>
        </p:spPr>
        <p:txBody>
          <a:bodyPr/>
          <a:lstStyle/>
          <a:p>
            <a:pPr algn="ctr"/>
            <a:r>
              <a:rPr lang="en-US" dirty="0"/>
              <a:t>Problems Overcome</a:t>
            </a:r>
          </a:p>
        </p:txBody>
      </p:sp>
    </p:spTree>
    <p:extLst>
      <p:ext uri="{BB962C8B-B14F-4D97-AF65-F5344CB8AC3E}">
        <p14:creationId xmlns:p14="http://schemas.microsoft.com/office/powerpoint/2010/main" val="2641203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5666-74FD-6490-7B22-B1FC1E75E04E}"/>
              </a:ext>
            </a:extLst>
          </p:cNvPr>
          <p:cNvSpPr>
            <a:spLocks noGrp="1"/>
          </p:cNvSpPr>
          <p:nvPr>
            <p:ph type="title"/>
          </p:nvPr>
        </p:nvSpPr>
        <p:spPr/>
        <p:txBody>
          <a:bodyPr/>
          <a:lstStyle/>
          <a:p>
            <a:r>
              <a:rPr lang="en-US" dirty="0"/>
              <a:t>Earth Occlusion of LOS</a:t>
            </a:r>
          </a:p>
        </p:txBody>
      </p:sp>
      <p:sp>
        <p:nvSpPr>
          <p:cNvPr id="3" name="Content Placeholder 2">
            <a:extLst>
              <a:ext uri="{FF2B5EF4-FFF2-40B4-BE49-F238E27FC236}">
                <a16:creationId xmlns:a16="http://schemas.microsoft.com/office/drawing/2014/main" id="{AD609CE9-6468-D8EE-A7B7-4ADA8A032E0F}"/>
              </a:ext>
            </a:extLst>
          </p:cNvPr>
          <p:cNvSpPr>
            <a:spLocks noGrp="1"/>
          </p:cNvSpPr>
          <p:nvPr>
            <p:ph idx="1"/>
          </p:nvPr>
        </p:nvSpPr>
        <p:spPr/>
        <p:txBody>
          <a:bodyPr>
            <a:normAutofit/>
          </a:bodyPr>
          <a:lstStyle/>
          <a:p>
            <a:r>
              <a:rPr lang="en-US" sz="1800" dirty="0"/>
              <a:t>How do I calculate whether or not 2 bodies (points) have LOS or are occluded by the earth using </a:t>
            </a:r>
            <a:r>
              <a:rPr lang="en-US" sz="1800" dirty="0" err="1"/>
              <a:t>lin</a:t>
            </a:r>
            <a:r>
              <a:rPr lang="en-US" sz="1800" dirty="0"/>
              <a:t> </a:t>
            </a:r>
            <a:r>
              <a:rPr lang="en-US" sz="1800" dirty="0" err="1"/>
              <a:t>alg</a:t>
            </a:r>
            <a:r>
              <a:rPr lang="en-US" sz="1800" dirty="0"/>
              <a:t>?</a:t>
            </a:r>
          </a:p>
          <a:p>
            <a:r>
              <a:rPr lang="en-US" sz="1800" dirty="0"/>
              <a:t>Pointing Vector is d =  B-A  </a:t>
            </a:r>
          </a:p>
          <a:p>
            <a:r>
              <a:rPr lang="en-US" sz="1800" dirty="0"/>
              <a:t>Treat vector pointing A to B is D(t) = ||A + td||</a:t>
            </a:r>
          </a:p>
          <a:p>
            <a:r>
              <a:rPr lang="en-US" sz="1800" dirty="0"/>
              <a:t>Minimizing the square has simpler math properties, would have to use chain rule without square</a:t>
            </a:r>
          </a:p>
          <a:p>
            <a:r>
              <a:rPr lang="en-US" sz="1800" dirty="0"/>
              <a:t>D^2(t)= A dot A + 2t (A dot d) + t^2 (d dot d)  Squaring norm is same as dotting norm with self</a:t>
            </a:r>
          </a:p>
          <a:p>
            <a:r>
              <a:rPr lang="en-US" sz="1800" dirty="0"/>
              <a:t>d/dt D^2’(t) = 2t (d dot d) + 2 (A dot d)</a:t>
            </a:r>
          </a:p>
          <a:p>
            <a:r>
              <a:rPr lang="en-US" sz="1800" dirty="0"/>
              <a:t>0 = 2t (d dot d) + 2 (A dot d)</a:t>
            </a:r>
          </a:p>
          <a:p>
            <a:r>
              <a:rPr lang="en-US" sz="1800" dirty="0"/>
              <a:t>-(A dot d)= t(d dot d)    Can do division because dot products are scalar output</a:t>
            </a:r>
          </a:p>
          <a:p>
            <a:r>
              <a:rPr lang="en-US" sz="1800" dirty="0"/>
              <a:t>t = - (A dot d) / ||d||^2       d dot d is a norm squared</a:t>
            </a:r>
          </a:p>
          <a:p>
            <a:r>
              <a:rPr lang="en-US" sz="1800" dirty="0"/>
              <a:t>Can then calculate that point and if its norm is &lt; radius of earth then no LOS</a:t>
            </a:r>
          </a:p>
          <a:p>
            <a:endParaRPr lang="en-US" sz="1800" dirty="0"/>
          </a:p>
          <a:p>
            <a:endParaRPr lang="en-US" sz="1800" dirty="0"/>
          </a:p>
          <a:p>
            <a:endParaRPr lang="en-US" sz="1800" dirty="0"/>
          </a:p>
          <a:p>
            <a:endParaRPr lang="en-US" sz="1800" dirty="0"/>
          </a:p>
          <a:p>
            <a:endParaRPr lang="en-US" sz="1800" dirty="0"/>
          </a:p>
          <a:p>
            <a:endParaRPr lang="en-US" sz="1800" dirty="0"/>
          </a:p>
        </p:txBody>
      </p:sp>
    </p:spTree>
    <p:extLst>
      <p:ext uri="{BB962C8B-B14F-4D97-AF65-F5344CB8AC3E}">
        <p14:creationId xmlns:p14="http://schemas.microsoft.com/office/powerpoint/2010/main" val="4060347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7E637-0A0C-B2FC-AE0E-35E5AF1998A5}"/>
              </a:ext>
            </a:extLst>
          </p:cNvPr>
          <p:cNvSpPr>
            <a:spLocks noGrp="1"/>
          </p:cNvSpPr>
          <p:nvPr>
            <p:ph type="title"/>
          </p:nvPr>
        </p:nvSpPr>
        <p:spPr>
          <a:xfrm>
            <a:off x="4352499" y="2705716"/>
            <a:ext cx="4882941" cy="1325563"/>
          </a:xfrm>
        </p:spPr>
        <p:txBody>
          <a:bodyPr/>
          <a:lstStyle/>
          <a:p>
            <a:r>
              <a:rPr lang="en-US" dirty="0" err="1"/>
              <a:t>Misc</a:t>
            </a:r>
            <a:r>
              <a:rPr lang="en-US" dirty="0"/>
              <a:t> Loose Ends</a:t>
            </a:r>
          </a:p>
        </p:txBody>
      </p:sp>
    </p:spTree>
    <p:extLst>
      <p:ext uri="{BB962C8B-B14F-4D97-AF65-F5344CB8AC3E}">
        <p14:creationId xmlns:p14="http://schemas.microsoft.com/office/powerpoint/2010/main" val="1216898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B068-6AD7-6770-B2A7-107A9F4366FC}"/>
              </a:ext>
            </a:extLst>
          </p:cNvPr>
          <p:cNvSpPr>
            <a:spLocks noGrp="1"/>
          </p:cNvSpPr>
          <p:nvPr>
            <p:ph type="title"/>
          </p:nvPr>
        </p:nvSpPr>
        <p:spPr/>
        <p:txBody>
          <a:bodyPr/>
          <a:lstStyle/>
          <a:p>
            <a:r>
              <a:rPr lang="en-US" dirty="0"/>
              <a:t>Coding</a:t>
            </a:r>
          </a:p>
        </p:txBody>
      </p:sp>
      <p:sp>
        <p:nvSpPr>
          <p:cNvPr id="3" name="Content Placeholder 2">
            <a:extLst>
              <a:ext uri="{FF2B5EF4-FFF2-40B4-BE49-F238E27FC236}">
                <a16:creationId xmlns:a16="http://schemas.microsoft.com/office/drawing/2014/main" id="{857A8299-9CED-A1FE-0C2C-CB75D4FCE0BB}"/>
              </a:ext>
            </a:extLst>
          </p:cNvPr>
          <p:cNvSpPr>
            <a:spLocks noGrp="1"/>
          </p:cNvSpPr>
          <p:nvPr>
            <p:ph idx="1"/>
          </p:nvPr>
        </p:nvSpPr>
        <p:spPr/>
        <p:txBody>
          <a:bodyPr/>
          <a:lstStyle/>
          <a:p>
            <a:pPr marL="0" indent="0">
              <a:buNone/>
            </a:pPr>
            <a:r>
              <a:rPr lang="en-US" dirty="0"/>
              <a:t>Const Expr</a:t>
            </a:r>
          </a:p>
          <a:p>
            <a:pPr marL="0" indent="0">
              <a:buNone/>
            </a:pPr>
            <a:endParaRPr lang="en-US" dirty="0"/>
          </a:p>
          <a:p>
            <a:endParaRPr lang="en-US" dirty="0"/>
          </a:p>
        </p:txBody>
      </p:sp>
    </p:spTree>
    <p:extLst>
      <p:ext uri="{BB962C8B-B14F-4D97-AF65-F5344CB8AC3E}">
        <p14:creationId xmlns:p14="http://schemas.microsoft.com/office/powerpoint/2010/main" val="4128986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E167B-A416-AF8F-041B-A98D78C25FB2}"/>
              </a:ext>
            </a:extLst>
          </p:cNvPr>
          <p:cNvSpPr>
            <a:spLocks noGrp="1"/>
          </p:cNvSpPr>
          <p:nvPr>
            <p:ph type="title"/>
          </p:nvPr>
        </p:nvSpPr>
        <p:spPr/>
        <p:txBody>
          <a:bodyPr/>
          <a:lstStyle/>
          <a:p>
            <a:r>
              <a:rPr lang="en-US" dirty="0"/>
              <a:t>Development References</a:t>
            </a:r>
          </a:p>
        </p:txBody>
      </p:sp>
    </p:spTree>
    <p:extLst>
      <p:ext uri="{BB962C8B-B14F-4D97-AF65-F5344CB8AC3E}">
        <p14:creationId xmlns:p14="http://schemas.microsoft.com/office/powerpoint/2010/main" val="893941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4D8E-B8C0-2CDC-6875-96B063DF1BB4}"/>
              </a:ext>
            </a:extLst>
          </p:cNvPr>
          <p:cNvSpPr>
            <a:spLocks noGrp="1"/>
          </p:cNvSpPr>
          <p:nvPr>
            <p:ph type="title"/>
          </p:nvPr>
        </p:nvSpPr>
        <p:spPr/>
        <p:txBody>
          <a:bodyPr/>
          <a:lstStyle/>
          <a:p>
            <a:r>
              <a:rPr lang="en-US" dirty="0"/>
              <a:t>Eigen Syntax</a:t>
            </a:r>
          </a:p>
        </p:txBody>
      </p:sp>
      <p:pic>
        <p:nvPicPr>
          <p:cNvPr id="4" name="Picture 3">
            <a:extLst>
              <a:ext uri="{FF2B5EF4-FFF2-40B4-BE49-F238E27FC236}">
                <a16:creationId xmlns:a16="http://schemas.microsoft.com/office/drawing/2014/main" id="{0C3EA623-F2F9-00F3-3743-E0E0B9423D2E}"/>
              </a:ext>
            </a:extLst>
          </p:cNvPr>
          <p:cNvPicPr>
            <a:picLocks noChangeAspect="1"/>
          </p:cNvPicPr>
          <p:nvPr/>
        </p:nvPicPr>
        <p:blipFill>
          <a:blip r:embed="rId2"/>
          <a:stretch>
            <a:fillRect/>
          </a:stretch>
        </p:blipFill>
        <p:spPr>
          <a:xfrm>
            <a:off x="2968116" y="1754763"/>
            <a:ext cx="5844111" cy="4908568"/>
          </a:xfrm>
          <a:prstGeom prst="rect">
            <a:avLst/>
          </a:prstGeom>
        </p:spPr>
      </p:pic>
    </p:spTree>
    <p:extLst>
      <p:ext uri="{BB962C8B-B14F-4D97-AF65-F5344CB8AC3E}">
        <p14:creationId xmlns:p14="http://schemas.microsoft.com/office/powerpoint/2010/main" val="1893937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11807</TotalTime>
  <Words>569</Words>
  <Application>Microsoft Office PowerPoint</Application>
  <PresentationFormat>Widescreen</PresentationFormat>
  <Paragraphs>72</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Apogee Progression</vt:lpstr>
      <vt:lpstr>Idea</vt:lpstr>
      <vt:lpstr>Simulation Architecture</vt:lpstr>
      <vt:lpstr>Main Sim Loop</vt:lpstr>
      <vt:lpstr>Hierarchy</vt:lpstr>
      <vt:lpstr>Coordinate Systems And Transforms</vt:lpstr>
      <vt:lpstr>Feature Description</vt:lpstr>
      <vt:lpstr>Developer Notes</vt:lpstr>
      <vt:lpstr>Missile Guidance With LOS</vt:lpstr>
      <vt:lpstr>Feature Description</vt:lpstr>
      <vt:lpstr>Developer Notes</vt:lpstr>
      <vt:lpstr>Missile Guidance Without LOS</vt:lpstr>
      <vt:lpstr>Feature Description</vt:lpstr>
      <vt:lpstr>Developer Notes</vt:lpstr>
      <vt:lpstr>Radar Tracking</vt:lpstr>
      <vt:lpstr>Feature Description</vt:lpstr>
      <vt:lpstr>Developer Notes</vt:lpstr>
      <vt:lpstr>Satellite orbit</vt:lpstr>
      <vt:lpstr>Feature Description</vt:lpstr>
      <vt:lpstr>Developer Notes</vt:lpstr>
      <vt:lpstr>C++ Structure</vt:lpstr>
      <vt:lpstr>Feature Description</vt:lpstr>
      <vt:lpstr>Developer Notes</vt:lpstr>
      <vt:lpstr>Problems Overcome</vt:lpstr>
      <vt:lpstr>Earth Occlusion of LOS</vt:lpstr>
      <vt:lpstr>Misc Loose Ends</vt:lpstr>
      <vt:lpstr>Coding</vt:lpstr>
      <vt:lpstr>Development References</vt:lpstr>
      <vt:lpstr>Eigen Syntax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Jestel</dc:creator>
  <cp:lastModifiedBy>Jeremy Jestel</cp:lastModifiedBy>
  <cp:revision>1</cp:revision>
  <dcterms:created xsi:type="dcterms:W3CDTF">2026-10-05T23:16:42Z</dcterms:created>
  <dcterms:modified xsi:type="dcterms:W3CDTF">2026-10-14T04:11:05Z</dcterms:modified>
</cp:coreProperties>
</file>